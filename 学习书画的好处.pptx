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322.xml"/>
  <Override ContentType="application/vnd.openxmlformats-officedocument.presentationml.tags+xml" PartName="/ppt/tags/tag523.xml"/>
  <Override ContentType="application/vnd.openxmlformats-officedocument.presentationml.tags+xml" PartName="/ppt/tags/tag3924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73e6c327028d4d46"/>
    <p:sldId id="257" r:id="Rfdab87cbc8224e74"/>
    <p:sldId id="258" r:id="Rfae361d79aed4e96"/>
    <p:sldId id="259" r:id="R9640ab42e6a74939"/>
    <p:sldId id="260" r:id="R9742be4d1f7f4126"/>
    <p:sldId id="261" r:id="R7c15370b101f4b91"/>
    <p:sldId id="262" r:id="R66e6b2c9dbba4105"/>
    <p:sldId id="263" r:id="Rf688a4f3775e45aa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CE7B01"/>
    <a:srgbClr val="F6E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0" d="100"/>
          <a:sy n="60" d="100"/>
        </p:scale>
        <p:origin x="60" y="54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66e6b2c9dbba4105" Target="slides/slide12.xml" Type="http://schemas.openxmlformats.org/officeDocument/2006/relationships/slide"/><Relationship Id="R73e6c327028d4d46" Target="slides/slide6.xml" Type="http://schemas.openxmlformats.org/officeDocument/2006/relationships/slide"/><Relationship Id="R7c15370b101f4b91" Target="slides/slide11.xml" Type="http://schemas.openxmlformats.org/officeDocument/2006/relationships/slide"/><Relationship Id="R9640ab42e6a74939" Target="slides/slide9.xml" Type="http://schemas.openxmlformats.org/officeDocument/2006/relationships/slide"/><Relationship Id="R9742be4d1f7f4126" Target="slides/slide10.xml" Type="http://schemas.openxmlformats.org/officeDocument/2006/relationships/slide"/><Relationship Id="Rf688a4f3775e45aa" Target="slides/slide13.xml" Type="http://schemas.openxmlformats.org/officeDocument/2006/relationships/slide"/><Relationship Id="Rfae361d79aed4e96" Target="slides/slide8.xml" Type="http://schemas.openxmlformats.org/officeDocument/2006/relationships/slide"/><Relationship Id="Rfdab87cbc8224e74" Target="slides/slide7.xml" Type="http://schemas.openxmlformats.org/officeDocument/2006/relationships/slide"/><Relationship Id="rId1" Target="slideMasters/slideMaster1.xml" Type="http://schemas.openxmlformats.org/officeDocument/2006/relationships/slideMaster"/><Relationship Id="rId10" Target="theme/theme1.xml" Type="http://schemas.openxmlformats.org/officeDocument/2006/relationships/theme"/><Relationship Id="rId11" Target="tableStyles.xml" Type="http://schemas.openxmlformats.org/officeDocument/2006/relationships/tableStyles"/><Relationship Id="rId7" Target="tags/tag1.xml" Type="http://schemas.openxmlformats.org/officeDocument/2006/relationships/tags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14="http://schemas.microsoft.com/office/drawing/2010/main"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 descr="3bae6bd0-dc70-42f5-82d3-a2644e9fb10c"/>
          <p:cNvGrpSpPr/>
          <p:nvPr/>
        </p:nvGrpSpPr>
        <p:grpSpPr>
          <a:xfrm>
            <a:off x="1354" y="-1"/>
            <a:ext cx="12190646" cy="6859271"/>
            <a:chOff x="1354" y="-1"/>
            <a:chExt cx="12190646" cy="6859271"/>
          </a:xfrm>
        </p:grpSpPr>
        <p:pic>
          <p:nvPicPr>
            <p:cNvPr id="6" name="" descr="c351adfc-ba0f-4d0f-b007-f43f50992b5b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val="0"/>
                </a:ext>
              </a:extLst>
            </a:blip>
            <a:stretch>
              <a:fillRect/>
            </a:stretch>
          </p:blipFill>
          <p:spPr>
            <a:xfrm>
              <a:off x="1354" y="-1"/>
              <a:ext cx="12190646" cy="6859271"/>
            </a:xfrm>
            <a:prstGeom prst="rect">
              <a:avLst/>
            </a:prstGeom>
          </p:spPr>
        </p:pic>
        <p:sp>
          <p:nvSpPr>
            <p:cNvPr id="7" name="" descr="574a776e-f16f-414e-aec6-4bf4b8ae6292"/>
            <p:cNvSpPr/>
            <p:nvPr/>
          </p:nvSpPr>
          <p:spPr>
            <a:xfrm>
              <a:off x="548640" y="3870960"/>
              <a:ext cx="2494280" cy="942975"/>
            </a:xfrm>
            <a:prstGeom prst="rect">
              <a:avLst/>
            </a:prstGeom>
            <a:solidFill>
              <a:srgbClr val="F6EA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" descr="91dc1f24-a56c-4b8a-bc62-b436f004cf67"/>
          <p:cNvSpPr>
            <a:spLocks noGrp="1"/>
          </p:cNvSpPr>
          <p:nvPr>
            <p:ph type="ctrTitle" hasCustomPrompt="1"/>
          </p:nvPr>
        </p:nvSpPr>
        <p:spPr>
          <a:xfrm flipV="false" flipH="false">
            <a:off x="660400" y="1955800"/>
            <a:ext cx="6670040" cy="162052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" descr="6a7ff9d9-2ea7-4c72-b4f1-46a82771aaaa"/>
          <p:cNvSpPr>
            <a:spLocks noGrp="1"/>
          </p:cNvSpPr>
          <p:nvPr>
            <p:ph type="subTitle" idx="1" hasCustomPrompt="1"/>
          </p:nvPr>
        </p:nvSpPr>
        <p:spPr>
          <a:xfrm flipV="false" flipH="false">
            <a:off x="660400" y="3662680"/>
            <a:ext cx="4006850" cy="39140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>
            <a:noAutofit/>
          </a:bodyPr>
          <a:lstStyle>
            <a:lvl1pPr marL="0" indent="0" algn="l">
              <a:buNone/>
              <a:defRPr sz="11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" descr="169112e5-1679-4c2f-80dd-62f96fde4655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60400" y="4313078"/>
            <a:ext cx="1574800" cy="36830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" name="" descr="0ed54c64-9b58-4f86-b449-09b934a55d9b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2367280" y="4313078"/>
            <a:ext cx="1574800" cy="368300"/>
          </a:xfrm>
        </p:spPr>
        <p:txBody>
          <a:bodyPr anchor="ctr"/>
          <a:lstStyle>
            <a:lvl1pPr marL="0" indent="0"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20XX.XX.XX</a:t>
            </a:r>
          </a:p>
        </p:txBody>
      </p:sp>
      <p:sp>
        <p:nvSpPr>
          <p:cNvPr id="13" name="" descr="0b7a189e-2985-4d11-8d7c-079974090b2a"/>
          <p:cNvSpPr/>
          <p:nvPr/>
        </p:nvSpPr>
        <p:spPr>
          <a:xfrm flipH="1">
            <a:off x="0" y="0"/>
            <a:ext cx="1854200" cy="1466850"/>
          </a:xfrm>
          <a:prstGeom prst="rect">
            <a:avLst/>
          </a:prstGeom>
          <a:blipFill>
            <a:blip r:embed="rId3"/>
            <a:srcRect/>
            <a:stretch>
              <a:fillRect l="-78207" b="-22044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 descr="21e5971d-16ef-4b53-afa4-95df74c1d56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" descr="ef70c724-09aa-457a-a938-5b9b7d92ed39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" descr="1e511fa0-3e66-4478-b803-f01d132f319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aa88152a-d0d5-4189-9e31-a3161f9ea7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" descr="7c30ceff-cc95-4a3a-acb8-542146208a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14="http://schemas.microsoft.com/office/drawing/2010/main" xmlns:a="http://schemas.openxmlformats.org/drawingml/2006/main" xmlns:r="http://schemas.openxmlformats.org/officeDocument/2006/relationships" xmlns:p="http://schemas.openxmlformats.org/presentationml/2006/main" showMasterSp="0" matchingName="Agenda" type="cust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874951fa-4952-481e-abd1-cd84e6bae23c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1354" y="-1"/>
            <a:ext cx="12190646" cy="6859271"/>
          </a:xfrm>
          <a:prstGeom prst="rect">
            <a:avLst/>
          </a:prstGeom>
        </p:spPr>
      </p:pic>
      <p:sp>
        <p:nvSpPr>
          <p:cNvPr id="2" name="" descr="1a598859-9afa-4287-b5f5-84c00d282728"/>
          <p:cNvSpPr>
            <a:spLocks noGrp="1"/>
          </p:cNvSpPr>
          <p:nvPr>
            <p:ph type="title" hasCustomPrompt="1"/>
          </p:nvPr>
        </p:nvSpPr>
        <p:spPr>
          <a:xfrm>
            <a:off x="4796790" y="305757"/>
            <a:ext cx="2598420" cy="1375088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3" name="" descr="7aec6547-1b25-469a-91e9-e202f6fcdf78"/>
          <p:cNvSpPr>
            <a:spLocks noGrp="1"/>
          </p:cNvSpPr>
          <p:nvPr>
            <p:ph sz="quarter" idx="1" hasCustomPrompt="1"/>
          </p:nvPr>
        </p:nvSpPr>
        <p:spPr>
          <a:xfrm>
            <a:off x="2039312" y="1818640"/>
            <a:ext cx="8113377" cy="4315460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>
                <a:solidFill>
                  <a:srgbClr val="000000"/>
                </a:solidFill>
              </a:defRPr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>
                <a:solidFill>
                  <a:srgbClr val="000000"/>
                </a:solidFill>
              </a:defRPr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" descr="6b743d6c-2451-4713-95dc-f0f488fc918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" descr="69888ad1-6d9e-4e24-9d2f-013b80c8606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" descr="06ff5a4a-9365-4d48-a4be-424fcb441f9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" descr="50cf864e-82b8-49a9-8379-cf11ac696607"/>
          <p:cNvSpPr>
            <a:spLocks noChangeAspect="1"/>
          </p:cNvSpPr>
          <p:nvPr/>
        </p:nvSpPr>
        <p:spPr bwMode="auto">
          <a:xfrm>
            <a:off x="86369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" name="" descr="db57ab6b-08e6-42df-bd29-532883445d5e"/>
          <p:cNvGrpSpPr/>
          <p:nvPr/>
        </p:nvGrpSpPr>
        <p:grpSpPr>
          <a:xfrm>
            <a:off x="660400" y="495298"/>
            <a:ext cx="670983" cy="150283"/>
            <a:chOff x="660400" y="495298"/>
            <a:chExt cx="670983" cy="150283"/>
          </a:xfrm>
        </p:grpSpPr>
        <p:sp>
          <p:nvSpPr>
            <p:cNvPr id="10" name="" descr="cce1544c-f90f-401d-983d-c7bff62a3539"/>
            <p:cNvSpPr/>
            <p:nvPr/>
          </p:nvSpPr>
          <p:spPr>
            <a:xfrm>
              <a:off x="660400" y="495298"/>
              <a:ext cx="150283" cy="1502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" descr="e80eba20-5def-40db-982f-86d8515bfa63"/>
            <p:cNvSpPr/>
            <p:nvPr/>
          </p:nvSpPr>
          <p:spPr>
            <a:xfrm>
              <a:off x="920750" y="495298"/>
              <a:ext cx="150283" cy="1502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" descr="09ffac0c-51ca-46f0-a252-d9a683c91b2e"/>
            <p:cNvSpPr/>
            <p:nvPr/>
          </p:nvSpPr>
          <p:spPr>
            <a:xfrm>
              <a:off x="1181100" y="495298"/>
              <a:ext cx="150283" cy="1502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14="http://schemas.microsoft.com/office/drawing/2010/main"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 descr="9d23a5fc-870e-491a-919e-0785402621e1"/>
          <p:cNvGrpSpPr/>
          <p:nvPr/>
        </p:nvGrpSpPr>
        <p:grpSpPr>
          <a:xfrm>
            <a:off x="1354" y="-1"/>
            <a:ext cx="12190646" cy="6859271"/>
            <a:chOff x="1354" y="-1"/>
            <a:chExt cx="12190646" cy="6859271"/>
          </a:xfrm>
        </p:grpSpPr>
        <p:pic>
          <p:nvPicPr>
            <p:cNvPr id="8" name="" descr="47ee1c8c-fe1d-4d9c-895c-c582d5b9e1aa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val="0"/>
                </a:ext>
              </a:extLst>
            </a:blip>
            <a:stretch>
              <a:fillRect/>
            </a:stretch>
          </p:blipFill>
          <p:spPr>
            <a:xfrm>
              <a:off x="1354" y="-1"/>
              <a:ext cx="12190646" cy="6859271"/>
            </a:xfrm>
            <a:prstGeom prst="rect">
              <a:avLst/>
            </a:prstGeom>
          </p:spPr>
        </p:pic>
        <p:sp>
          <p:nvSpPr>
            <p:cNvPr id="9" name="" descr="c048cc0f-d92f-4797-b989-d2ba55ae2cee"/>
            <p:cNvSpPr/>
            <p:nvPr/>
          </p:nvSpPr>
          <p:spPr>
            <a:xfrm>
              <a:off x="548640" y="3870960"/>
              <a:ext cx="2494280" cy="942975"/>
            </a:xfrm>
            <a:prstGeom prst="rect">
              <a:avLst/>
            </a:prstGeom>
            <a:solidFill>
              <a:srgbClr val="F6EA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" descr="e99e112f-4af0-416e-8c4a-008ff47249d4"/>
          <p:cNvSpPr/>
          <p:nvPr/>
        </p:nvSpPr>
        <p:spPr>
          <a:xfrm>
            <a:off x="1613717" y="2205148"/>
            <a:ext cx="8964566" cy="3360297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endParaRPr lang="zh-CN" altLang="en-US"/>
          </a:p>
        </p:txBody>
      </p:sp>
      <p:sp>
        <p:nvSpPr>
          <p:cNvPr id="11" name="" descr="1590da50-ee50-4c72-812f-63f6e215a1ea"/>
          <p:cNvSpPr/>
          <p:nvPr/>
        </p:nvSpPr>
        <p:spPr>
          <a:xfrm>
            <a:off x="5177714" y="1292555"/>
            <a:ext cx="1836573" cy="183657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latin typeface="Impact" panose="020B0806030902050204" pitchFamily="34" charset="0"/>
              <a:ea typeface="+mj-ea"/>
            </a:endParaRPr>
          </a:p>
        </p:txBody>
      </p:sp>
      <p:sp>
        <p:nvSpPr>
          <p:cNvPr id="2" name="" descr="6a034e02-025c-4f5c-ae9f-6270e031e901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3378200" y="3129128"/>
            <a:ext cx="5435600" cy="1292556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" descr="a035060a-a02e-492c-88e1-b00d968c901c"/>
          <p:cNvSpPr>
            <a:spLocks noGrp="1"/>
          </p:cNvSpPr>
          <p:nvPr>
            <p:ph type="body" idx="1" hasCustomPrompt="1"/>
          </p:nvPr>
        </p:nvSpPr>
        <p:spPr>
          <a:xfrm flipV="false" flipH="false">
            <a:off x="3378200" y="4572000"/>
            <a:ext cx="5435600" cy="693928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" descr="546cedc4-5adc-43b1-bca8-56d1b56709c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341b429b-032b-4f15-b638-c88f0a6a267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" descr="6f234637-9d69-4207-8262-e85969be766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" descr="c929b142-8dae-4002-9dac-8eb12ac5d616"/>
          <p:cNvSpPr/>
          <p:nvPr/>
        </p:nvSpPr>
        <p:spPr>
          <a:xfrm flipH="1">
            <a:off x="0" y="0"/>
            <a:ext cx="1854200" cy="1466850"/>
          </a:xfrm>
          <a:prstGeom prst="rect">
            <a:avLst/>
          </a:prstGeom>
          <a:blipFill>
            <a:blip r:embed="rId3"/>
            <a:srcRect/>
            <a:stretch>
              <a:fillRect l="-78207" b="-22044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 descr="faf798ce-8309-4946-acf2-00cbb4f41b8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" descr="32f78077-2c87-4d28-bb8a-d6c62690edf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" descr="230fa140-bbaf-4b36-9f70-bea0aae97ac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" descr="8b9f0dcc-f77f-497f-bf10-9a63643f03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 descr="8fc74fb0-1e81-4518-acaf-ced455b1919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" descr="27d46d07-7136-4264-a6fb-41f47e5751b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" descr="109c8052-7518-46d2-8962-2fc394fc2f8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14="http://schemas.microsoft.com/office/drawing/2010/main" xmlns:a="http://schemas.openxmlformats.org/drawingml/2006/main" xmlns:r="http://schemas.openxmlformats.org/officeDocument/2006/relationships" xmlns:p="http://schemas.openxmlformats.org/presentationml/2006/main" showMasterSp="0" matchingName="Closing" type="cust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" descr="3bdd56b9-cf5a-413f-9b1c-aa066660ac66"/>
          <p:cNvGrpSpPr/>
          <p:nvPr/>
        </p:nvGrpSpPr>
        <p:grpSpPr>
          <a:xfrm>
            <a:off x="1354" y="-1"/>
            <a:ext cx="12190646" cy="6859271"/>
            <a:chOff x="1354" y="-1"/>
            <a:chExt cx="12190646" cy="6859271"/>
          </a:xfrm>
        </p:grpSpPr>
        <p:pic>
          <p:nvPicPr>
            <p:cNvPr id="6" name="" descr="d771118b-123c-426a-bff0-6fd5504b824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val="0"/>
                </a:ext>
              </a:extLst>
            </a:blip>
            <a:stretch>
              <a:fillRect/>
            </a:stretch>
          </p:blipFill>
          <p:spPr>
            <a:xfrm>
              <a:off x="1354" y="-1"/>
              <a:ext cx="12190646" cy="6859271"/>
            </a:xfrm>
            <a:prstGeom prst="rect">
              <a:avLst/>
            </a:prstGeom>
          </p:spPr>
        </p:pic>
        <p:sp>
          <p:nvSpPr>
            <p:cNvPr id="7" name="" descr="7367579a-bf0f-4e19-ab2c-ee306c1157f7"/>
            <p:cNvSpPr/>
            <p:nvPr/>
          </p:nvSpPr>
          <p:spPr>
            <a:xfrm>
              <a:off x="548640" y="3870960"/>
              <a:ext cx="2494280" cy="942975"/>
            </a:xfrm>
            <a:prstGeom prst="rect">
              <a:avLst/>
            </a:prstGeom>
            <a:solidFill>
              <a:srgbClr val="F6EA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" descr="6d0e4e04-eb68-49f8-9d67-b6d29b1a1057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60400" y="2044699"/>
            <a:ext cx="6591300" cy="1983421"/>
          </a:xfrm>
        </p:spPr>
        <p:txBody>
          <a:bodyPr anchor="ctr">
            <a:noAutofit/>
          </a:bodyPr>
          <a:lstStyle>
            <a:lvl1pPr>
              <a:defRPr sz="72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" descr="600444a8-7b0f-42b7-9bdf-b951536c625d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60400" y="4313078"/>
            <a:ext cx="1574800" cy="36830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" descr="f89343ec-5c9b-446c-9988-7e25ff748544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2367280" y="4313078"/>
            <a:ext cx="1574800" cy="368300"/>
          </a:xfrm>
        </p:spPr>
        <p:txBody>
          <a:bodyPr anchor="ctr"/>
          <a:lstStyle>
            <a:lvl1pPr marL="0" indent="0"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20XX.XX.XX</a:t>
            </a:r>
          </a:p>
        </p:txBody>
      </p:sp>
      <p:sp>
        <p:nvSpPr>
          <p:cNvPr id="12" name="" descr="d303f748-92a7-43fc-ae3d-65d0316e94f1"/>
          <p:cNvSpPr/>
          <p:nvPr/>
        </p:nvSpPr>
        <p:spPr>
          <a:xfrm flipH="1">
            <a:off x="0" y="0"/>
            <a:ext cx="1854200" cy="1466850"/>
          </a:xfrm>
          <a:prstGeom prst="rect">
            <a:avLst/>
          </a:prstGeom>
          <a:blipFill>
            <a:blip r:embed="rId3"/>
            <a:srcRect/>
            <a:stretch>
              <a:fillRect l="-78207" b="-22044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Relationship Id="rId9" Target="../media/image1.jpg" Type="http://schemas.openxmlformats.org/officeDocument/2006/relationships/image"/></Relationships>
</file>

<file path=ppt/slideMasters/slideMaster1.xml><?xml version="1.0" encoding="utf-8"?>
<p:sldMaster xmlns:a14="http://schemas.microsoft.com/office/drawing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val="0"/>
              </a:ext>
            </a:extLst>
          </a:blip>
          <a:srcRect r="6386" b="6403"/>
          <a:stretch>
            <a:fillRect/>
          </a:stretch>
        </p:blipFill>
        <p:spPr>
          <a:xfrm>
            <a:off x="1354" y="0"/>
            <a:ext cx="12190646" cy="6858000"/>
          </a:xfrm>
          <a:custGeom>
            <a:avLst/>
            <a:gdLst>
              <a:gd name="connsiteX0" fmla="*/ 0 w 12190646"/>
              <a:gd name="connsiteY0" fmla="*/ 0 h 6858000"/>
              <a:gd name="connsiteX1" fmla="*/ 12190646 w 12190646"/>
              <a:gd name="connsiteY1" fmla="*/ 0 h 6858000"/>
              <a:gd name="connsiteX2" fmla="*/ 12190646 w 12190646"/>
              <a:gd name="connsiteY2" fmla="*/ 6858000 h 6858000"/>
              <a:gd name="connsiteX3" fmla="*/ 0 w 121906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0646" h="6858000">
                <a:moveTo>
                  <a:pt x="0" y="0"/>
                </a:moveTo>
                <a:lnTo>
                  <a:pt x="12190646" y="0"/>
                </a:lnTo>
                <a:lnTo>
                  <a:pt x="121906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"/>
          <p:cNvSpPr>
            <a:spLocks noGrp="1"/>
          </p:cNvSpPr>
          <p:nvPr>
            <p:ph type="title"/>
          </p:nvPr>
        </p:nvSpPr>
        <p:spPr>
          <a:xfrm flipV="false" flipH="false"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<Relationships xmlns="http://schemas.openxmlformats.org/package/2006/relationships"><Relationship Id="R964269a932f44fe1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f0d06679996f47ac" Target="../slideLayouts/slideLayout5.xml" Type="http://schemas.openxmlformats.org/officeDocument/2006/relationships/slideLayout"/><Relationship Id="rId1" Target="../tags/tag322.xml" Type="http://schemas.openxmlformats.org/officeDocument/2006/relationships/tags"/><Relationship Id="rId4" Target="../media/image12.png" Type="http://schemas.openxmlformats.org/officeDocument/2006/relationships/image"/><Relationship Id="rId5" Target="../media/image2.svg" Type="http://schemas.openxmlformats.org/officeDocument/2006/relationships/image"/><Relationship Id="rId6" Target="../media/pic-00a754b963e7425ca3172b529467376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34b1447106eb403d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898cca20bc884872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6757b91550c84744" Target="../slideLayouts/slideLayout5.xml" Type="http://schemas.openxmlformats.org/officeDocument/2006/relationships/slideLayout"/><Relationship Id="rId1" Target="../tags/tag523.xml" Type="http://schemas.openxmlformats.org/officeDocument/2006/relationships/tags"/></Relationships>
</file>

<file path=ppt/slides/_rels/slide11.xml.rels><?xml version="1.0" encoding="UTF-8" standalone="yes"?><Relationships xmlns="http://schemas.openxmlformats.org/package/2006/relationships"><Relationship Id="Rf8dcc1acbd9444b5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621fcb1944054b9d" Target="../slideLayouts/slideLayout5.xml" Type="http://schemas.openxmlformats.org/officeDocument/2006/relationships/slideLayout"/><Relationship Id="rId1" Target="../tags/tag3924.xml" Type="http://schemas.openxmlformats.org/officeDocument/2006/relationships/tags"/></Relationships>
</file>

<file path=ppt/slides/_rels/slide13.xml.rels><?xml version="1.0" encoding="UTF-8" standalone="yes"?><Relationships xmlns="http://schemas.openxmlformats.org/package/2006/relationships"><Relationship Id="R239c8b7233b743d5" Target="../slideLayouts/slideLayout7.xml" Type="http://schemas.openxmlformats.org/officeDocument/2006/relationships/slideLayout"/></Relationships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91dc1f24-a56c-4b8a-bc62-b436f004cf67" id="2" name=""/>
          <p:cNvSpPr>
            <a:spLocks noGrp="1"/>
          </p:cNvSpPr>
          <p:nvPr>
            <p:ph hasCustomPrompt="1" type="ctr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800" u="none">
                <a:solidFill>
                  <a:srgbClr val="CE7B01"/>
                </a:solidFill>
                <a:ea typeface="思源黑体 CN Heavy"/>
              </a:rPr>
              <a:t>学习书画的好处</a:t>
            </a:r>
          </a:p>
        </p:txBody>
      </p:sp>
      <p:sp>
        <p:nvSpPr>
          <p:cNvPr descr="6a7ff9d9-2ea7-4c72-b4f1-46a82771aaaa" id="3" name=""/>
          <p:cNvSpPr>
            <a:spLocks noGrp="1"/>
          </p:cNvSpPr>
          <p:nvPr>
            <p:ph hasCustomPrompt="1" idx="1" type="subTitle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00" u="none">
                <a:solidFill>
                  <a:srgbClr val="000000"/>
                </a:solidFill>
                <a:ea typeface="思源黑体 CN Medium"/>
              </a:rPr>
              <a:t>探索书画艺术的无尽价值</a:t>
            </a:r>
          </a:p>
        </p:txBody>
      </p:sp>
      <p:sp>
        <p:nvSpPr>
          <p:cNvPr descr="169112e5-1679-4c2f-80dd-62f96fde4655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200" u="none">
                <a:solidFill>
                  <a:srgbClr val="000000"/>
                </a:solidFill>
                <a:ea typeface="思源黑体 CN Medium"/>
              </a:rPr>
              <a:t>报告人名称</a:t>
            </a:r>
          </a:p>
        </p:txBody>
      </p:sp>
      <p:sp>
        <p:nvSpPr>
          <p:cNvPr descr="0ed54c64-9b58-4f86-b449-09b934a55d9b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200" u="none">
                <a:solidFill>
                  <a:srgbClr val="000000"/>
                </a:solidFill>
                <a:latin typeface="思源黑体 CN Medium"/>
              </a:rPr>
              <a:t>20xx.xx.xx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asvg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c67b9f91-8aae-479e-a312-07ac03360f48" id="13" name="5d685009-a814-4bf9-89ac-0988f71677d2.source.2.zh-Hans.pptx">
            <a:extLst>
              <a:ext uri="{FF2B5EF4-FFF2-40B4-BE49-F238E27FC236}">
                <a16:creationId id="{DD797E9B-EBCE-E1FA-42B3-CE8BACAD1A08}"/>
              </a:ext>
            </a:extLst>
          </p:cNvPr>
          <p:cNvGrpSpPr/>
          <p:nvPr/>
        </p:nvGrpSpPr>
        <p:grpSpPr>
          <a:xfrm>
            <a:off x="886481" y="1455362"/>
            <a:ext cx="10449803" cy="4387796"/>
            <a:chOff x="886481" y="1455362"/>
            <a:chExt cx="10449803" cy="4387796"/>
          </a:xfrm>
        </p:grpSpPr>
        <p:sp>
          <p:nvSpPr>
            <p:cNvPr descr="bb6df5be-47b7-493d-ac5e-990bd24d6c3e" id="30" name="任意多边形: 形状 29">
              <a:extLst>
                <a:ext uri="{FF2B5EF4-FFF2-40B4-BE49-F238E27FC236}">
                  <a16:creationId id="{D2141432-2175-3C9A-6031-84D292C9FC32}"/>
                </a:ext>
              </a:extLst>
            </p:cNvPr>
            <p:cNvSpPr/>
            <p:nvPr/>
          </p:nvSpPr>
          <p:spPr>
            <a:xfrm flipH="true" flipV="true">
              <a:off x="5777421" y="5340573"/>
              <a:ext cx="424902" cy="502585"/>
            </a:xfrm>
            <a:custGeom>
              <a:avLst/>
              <a:gdLst>
                <a:gd fmla="*/ 479 w 424902" name="connsiteX0"/>
                <a:gd fmla="*/ 422696 h 502585" name="connsiteY0"/>
                <a:gd fmla="*/ 479 w 424902" name="connsiteX1"/>
                <a:gd fmla="*/ 135359 h 502585" name="connsiteY1"/>
                <a:gd fmla="*/ 13979 w 424902" name="connsiteX2"/>
                <a:gd fmla="*/ 111128 h 502585" name="connsiteY2"/>
                <a:gd fmla="*/ 48384 w 424902" name="connsiteX3"/>
                <a:gd fmla="*/ 112677 h 502585" name="connsiteY3"/>
                <a:gd fmla="*/ 106359 w 424902" name="connsiteX4"/>
                <a:gd fmla="*/ 157203 h 502585" name="connsiteY4"/>
                <a:gd fmla="*/ 228507 w 424902" name="connsiteX5"/>
                <a:gd fmla="*/ 12766 h 502585" name="connsiteY5"/>
                <a:gd fmla="*/ 252345 w 424902" name="connsiteX6"/>
                <a:gd fmla="*/ 346 h 502585" name="connsiteY6"/>
                <a:gd fmla="*/ 278520 w 424902" name="connsiteX7"/>
                <a:gd fmla="*/ 8156 h 502585" name="connsiteY7"/>
                <a:gd fmla="*/ 410041 w 424902" name="connsiteX8"/>
                <a:gd fmla="*/ 112194 h 502585" name="connsiteY8"/>
                <a:gd fmla="*/ 421737 w 424902" name="connsiteX9"/>
                <a:gd fmla="*/ 130114 h 502585" name="connsiteY9"/>
                <a:gd fmla="*/ 419756 w 424902" name="connsiteX10"/>
                <a:gd fmla="*/ 196802 h 502585" name="connsiteY10"/>
                <a:gd fmla="*/ 277466 w 424902" name="connsiteX11"/>
                <a:gd fmla="*/ 275618 h 502585" name="connsiteY11"/>
                <a:gd fmla="*/ 361946 w 424902" name="connsiteX12"/>
                <a:gd fmla="*/ 351017 h 502585" name="connsiteY12"/>
                <a:gd fmla="*/ 375497 w 424902" name="connsiteX13"/>
                <a:gd fmla="*/ 382907 h 502585" name="connsiteY13"/>
                <a:gd fmla="*/ 357755 w 424902" name="connsiteX14"/>
                <a:gd fmla="*/ 417692 h 502585" name="connsiteY14"/>
                <a:gd fmla="*/ 74647 w 424902" name="connsiteX15"/>
                <a:gd fmla="*/ 502045 h 502585" name="connsiteY15"/>
                <a:gd fmla="*/ 38630 w 424902" name="connsiteX16"/>
                <a:gd fmla="*/ 498616 h 502585" name="connsiteY16"/>
                <a:gd fmla="*/ 479 w 424902" name="connsiteX17"/>
                <a:gd fmla="*/ 422696 h 502585" name="connsiteY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b="b" l="l" r="r" t="t"/>
              <a:pathLst>
                <a:path h="502585" w="424902">
                  <a:moveTo>
                    <a:pt x="479" y="422696"/>
                  </a:moveTo>
                  <a:lnTo>
                    <a:pt x="479" y="135359"/>
                  </a:lnTo>
                  <a:cubicBezTo>
                    <a:pt x="479" y="124691"/>
                    <a:pt x="6067" y="116093"/>
                    <a:pt x="13979" y="111128"/>
                  </a:cubicBezTo>
                  <a:cubicBezTo>
                    <a:pt x="23936" y="104879"/>
                    <a:pt x="37576" y="104371"/>
                    <a:pt x="48384" y="112677"/>
                  </a:cubicBezTo>
                  <a:lnTo>
                    <a:pt x="106359" y="157203"/>
                  </a:lnTo>
                  <a:lnTo>
                    <a:pt x="228507" y="12766"/>
                  </a:lnTo>
                  <a:cubicBezTo>
                    <a:pt x="234705" y="5426"/>
                    <a:pt x="243366" y="1222"/>
                    <a:pt x="252345" y="346"/>
                  </a:cubicBezTo>
                  <a:cubicBezTo>
                    <a:pt x="261464" y="-531"/>
                    <a:pt x="270912" y="1997"/>
                    <a:pt x="278520" y="8156"/>
                  </a:cubicBezTo>
                  <a:lnTo>
                    <a:pt x="410041" y="112194"/>
                  </a:lnTo>
                  <a:cubicBezTo>
                    <a:pt x="416010" y="117008"/>
                    <a:pt x="419921" y="123332"/>
                    <a:pt x="421737" y="130114"/>
                  </a:cubicBezTo>
                  <a:cubicBezTo>
                    <a:pt x="424519" y="140591"/>
                    <a:pt x="429192" y="166766"/>
                    <a:pt x="419756" y="196802"/>
                  </a:cubicBezTo>
                  <a:lnTo>
                    <a:pt x="277466" y="275618"/>
                  </a:lnTo>
                  <a:lnTo>
                    <a:pt x="361946" y="351017"/>
                  </a:lnTo>
                  <a:cubicBezTo>
                    <a:pt x="369947" y="358015"/>
                    <a:pt x="376906" y="373877"/>
                    <a:pt x="375497" y="382907"/>
                  </a:cubicBezTo>
                  <a:cubicBezTo>
                    <a:pt x="373871" y="393473"/>
                    <a:pt x="372309" y="406249"/>
                    <a:pt x="357755" y="417692"/>
                  </a:cubicBezTo>
                  <a:lnTo>
                    <a:pt x="74647" y="502045"/>
                  </a:lnTo>
                  <a:cubicBezTo>
                    <a:pt x="69745" y="503391"/>
                    <a:pt x="54086" y="503150"/>
                    <a:pt x="38630" y="498616"/>
                  </a:cubicBezTo>
                  <a:cubicBezTo>
                    <a:pt x="1749" y="487770"/>
                    <a:pt x="479" y="437606"/>
                    <a:pt x="479" y="422696"/>
                  </a:cubicBezTo>
                </a:path>
              </a:pathLst>
            </a:custGeom>
            <a:solidFill>
              <a:srgbClr val="000000"/>
            </a:solidFill>
            <a:ln cap="rnd" w="16511">
              <a:solidFill>
                <a:srgbClr val="000000"/>
              </a:solidFill>
              <a:prstDash val="solid"/>
              <a:round/>
            </a:ln>
          </p:spPr>
          <p:txBody>
            <a:bodyPr anchor="ctr" anchorCtr="false" rtlCol="0"/>
            <a:lstStyle/>
            <a:p>
              <a:pPr algn="l"/>
            </a:p>
          </p:txBody>
        </p:sp>
        <p:sp>
          <p:nvSpPr>
            <p:cNvPr descr="bff4ad94-87c9-4649-ba7e-35cb6cdc891a" id="31" name="任意多边形: 形状 30">
              <a:extLst>
                <a:ext uri="{FF2B5EF4-FFF2-40B4-BE49-F238E27FC236}">
                  <a16:creationId id="{ABE8620D-CC18-8A89-D1BD-4311D94128EC}"/>
                </a:ext>
              </a:extLst>
            </p:cNvPr>
            <p:cNvSpPr/>
            <p:nvPr/>
          </p:nvSpPr>
          <p:spPr>
            <a:xfrm flipH="true" flipV="true">
              <a:off x="5779841" y="5340179"/>
              <a:ext cx="386183" cy="438458"/>
            </a:xfrm>
            <a:custGeom>
              <a:avLst/>
              <a:gdLst>
                <a:gd fmla="*/ 483 w 386183" name="connsiteX0"/>
                <a:gd fmla="*/ 409570 h 438458" name="connsiteY0"/>
                <a:gd fmla="*/ 483 w 386183" name="connsiteX1"/>
                <a:gd fmla="*/ 131161 h 438458" name="connsiteY1"/>
                <a:gd fmla="*/ 13564 w 386183" name="connsiteX2"/>
                <a:gd fmla="*/ 107679 h 438458" name="connsiteY2"/>
                <a:gd fmla="*/ 46901 w 386183" name="connsiteX3"/>
                <a:gd fmla="*/ 109178 h 438458" name="connsiteY3"/>
                <a:gd fmla="*/ 103073 w 386183" name="connsiteX4"/>
                <a:gd fmla="*/ 152320 h 438458" name="connsiteY4"/>
                <a:gd fmla="*/ 221424 w 386183" name="connsiteX5"/>
                <a:gd fmla="*/ 12366 h 438458" name="connsiteY5"/>
                <a:gd fmla="*/ 244538 w 386183" name="connsiteX6"/>
                <a:gd fmla="*/ 339 h 438458" name="connsiteY6"/>
                <a:gd fmla="*/ 269887 w 386183" name="connsiteX7"/>
                <a:gd fmla="*/ 7896 h 438458" name="connsiteY7"/>
                <a:gd fmla="*/ 374255 w 386183" name="connsiteX8"/>
                <a:gd fmla="*/ 92376 h 438458" name="connsiteY8"/>
                <a:gd fmla="*/ 385558 w 386183" name="connsiteX9"/>
                <a:gd fmla="*/ 109749 h 438458" name="connsiteY9"/>
                <a:gd fmla="*/ 378599 w 386183" name="connsiteX10"/>
                <a:gd fmla="*/ 139759 h 438458" name="connsiteY10"/>
                <a:gd fmla="*/ 268871 w 386183" name="connsiteX11"/>
                <a:gd fmla="*/ 267064 h 438458" name="connsiteY11"/>
                <a:gd fmla="*/ 323024 w 386183" name="connsiteX12"/>
                <a:gd fmla="*/ 314562 h 438458" name="connsiteY12"/>
                <a:gd fmla="*/ 332231 w 386183" name="connsiteX13"/>
                <a:gd fmla="*/ 339479 h 438458" name="connsiteY13"/>
                <a:gd fmla="*/ 311657 w 386183" name="connsiteX14"/>
                <a:gd fmla="*/ 362288 h 438458" name="connsiteY14"/>
                <a:gd fmla="*/ 38341 w 386183" name="connsiteX15"/>
                <a:gd fmla="*/ 437523 h 438458" name="connsiteY15"/>
                <a:gd fmla="*/ 24422 w 386183" name="connsiteX16"/>
                <a:gd fmla="*/ 438069 h 438458" name="connsiteY16"/>
                <a:gd fmla="*/ 483 w 386183" name="connsiteX17"/>
                <a:gd fmla="*/ 409570 h 438458" name="connsiteY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b="b" l="l" r="r" t="t"/>
              <a:pathLst>
                <a:path h="438458" w="386183">
                  <a:moveTo>
                    <a:pt x="483" y="409570"/>
                  </a:moveTo>
                  <a:lnTo>
                    <a:pt x="483" y="131161"/>
                  </a:lnTo>
                  <a:cubicBezTo>
                    <a:pt x="483" y="120811"/>
                    <a:pt x="5905" y="112492"/>
                    <a:pt x="13564" y="107679"/>
                  </a:cubicBezTo>
                  <a:cubicBezTo>
                    <a:pt x="23216" y="101621"/>
                    <a:pt x="36423" y="101126"/>
                    <a:pt x="46901" y="109178"/>
                  </a:cubicBezTo>
                  <a:lnTo>
                    <a:pt x="103073" y="152320"/>
                  </a:lnTo>
                  <a:lnTo>
                    <a:pt x="221424" y="12366"/>
                  </a:lnTo>
                  <a:cubicBezTo>
                    <a:pt x="227444" y="5254"/>
                    <a:pt x="235813" y="1190"/>
                    <a:pt x="244538" y="339"/>
                  </a:cubicBezTo>
                  <a:cubicBezTo>
                    <a:pt x="253352" y="-512"/>
                    <a:pt x="262521" y="1939"/>
                    <a:pt x="269887" y="7896"/>
                  </a:cubicBezTo>
                  <a:lnTo>
                    <a:pt x="374255" y="92376"/>
                  </a:lnTo>
                  <a:cubicBezTo>
                    <a:pt x="380021" y="97049"/>
                    <a:pt x="383831" y="103171"/>
                    <a:pt x="385558" y="109749"/>
                  </a:cubicBezTo>
                  <a:cubicBezTo>
                    <a:pt x="388263" y="119884"/>
                    <a:pt x="386041" y="131123"/>
                    <a:pt x="378599" y="139759"/>
                  </a:cubicBezTo>
                  <a:lnTo>
                    <a:pt x="268871" y="267064"/>
                  </a:lnTo>
                  <a:lnTo>
                    <a:pt x="323024" y="314562"/>
                  </a:lnTo>
                  <a:cubicBezTo>
                    <a:pt x="330783" y="321343"/>
                    <a:pt x="333590" y="330741"/>
                    <a:pt x="332231" y="339479"/>
                  </a:cubicBezTo>
                  <a:cubicBezTo>
                    <a:pt x="330656" y="349728"/>
                    <a:pt x="323379" y="359062"/>
                    <a:pt x="311657" y="362288"/>
                  </a:cubicBezTo>
                  <a:lnTo>
                    <a:pt x="38341" y="437523"/>
                  </a:lnTo>
                  <a:cubicBezTo>
                    <a:pt x="33591" y="438831"/>
                    <a:pt x="28854" y="438945"/>
                    <a:pt x="24422" y="438069"/>
                  </a:cubicBezTo>
                  <a:cubicBezTo>
                    <a:pt x="11100" y="435465"/>
                    <a:pt x="483" y="424010"/>
                    <a:pt x="483" y="409570"/>
                  </a:cubicBezTo>
                </a:path>
              </a:pathLst>
            </a:custGeom>
            <a:solidFill>
              <a:srgbClr val="FFFFFF"/>
            </a:solidFill>
            <a:ln cap="rnd" w="16511">
              <a:solidFill>
                <a:srgbClr val="000000"/>
              </a:solidFill>
              <a:prstDash val="solid"/>
              <a:round/>
            </a:ln>
          </p:spPr>
          <p:txBody>
            <a:bodyPr anchor="ctr" anchorCtr="false" rtlCol="0"/>
            <a:lstStyle/>
            <a:p>
              <a:pPr algn="l"/>
            </a:p>
          </p:txBody>
        </p:sp>
        <p:grpSp>
          <p:nvGrpSpPr>
            <p:cNvPr descr="fd22ab7f-421e-41aa-bbd3-0f5789157498" id="9" name="组合 8">
              <a:extLst>
                <a:ext uri="{FF2B5EF4-FFF2-40B4-BE49-F238E27FC236}">
                  <a16:creationId id="{AE68E17C-FF7E-2947-30B0-EE5E9CB1206C}"/>
                </a:ext>
              </a:extLst>
            </p:cNvPr>
            <p:cNvGrpSpPr/>
            <p:nvPr/>
          </p:nvGrpSpPr>
          <p:grpSpPr>
            <a:xfrm>
              <a:off x="886481" y="1455362"/>
              <a:ext cx="10449803" cy="4219575"/>
              <a:chOff x="886481" y="1455362"/>
              <a:chExt cx="10449803" cy="4219575"/>
            </a:xfrm>
          </p:grpSpPr>
          <p:pic>
            <p:nvPicPr>
              <p:cNvPr descr="35921780-2a94-4649-ac34-98e96295080f" id="27" name="PictureMisc1">
                <a:extLst>
                  <a:ext uri="{FF2B5EF4-FFF2-40B4-BE49-F238E27FC236}">
                    <a16:creationId id="{9FF68F1F-55A8-D2BC-A4CF-D01CADCF05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r:embed="rId5"/>
                  </a:ext>
                </a:extLst>
              </a:blip>
              <a:stretch>
                <a:fillRect/>
              </a:stretch>
            </p:blipFill>
            <p:spPr>
              <a:xfrm flipH="false" flipV="false">
                <a:off x="886481" y="1455362"/>
                <a:ext cx="4552950" cy="4219575"/>
              </a:xfrm>
              <a:prstGeom prst="rect">
                <a:avLst/>
              </a:prstGeom>
            </p:spPr>
          </p:pic>
          <p:sp>
            <p:nvSpPr>
              <p:cNvPr descr="4ea4f36f-fbf6-43a5-87c1-dbc6e927f9e1" id="25" name="Shape1">
                <a:extLst>
                  <a:ext uri="{FF2B5EF4-FFF2-40B4-BE49-F238E27FC236}">
                    <a16:creationId id="{1E783E3A-0D24-7129-FFCC-869C89002AF3}"/>
                  </a:ext>
                </a:extLst>
              </p:cNvPr>
              <p:cNvSpPr/>
              <p:nvPr/>
            </p:nvSpPr>
            <p:spPr>
              <a:xfrm flipH="false" flipV="false">
                <a:off x="6629400" y="2122833"/>
                <a:ext cx="4706884" cy="1518094"/>
              </a:xfrm>
              <a:prstGeom prst="roundRect">
                <a:avLst>
                  <a:gd fmla="val 0" name="adj"/>
                </a:avLst>
              </a:prstGeom>
              <a:solidFill>
                <a:schemeClr val="bg2"/>
              </a:solidFill>
              <a:ln w="22225"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d1e517c6-94d3-4973-991d-009aeb06d1d6" id="26" name="Bullet1">
                <a:extLst>
                  <a:ext uri="{FF2B5EF4-FFF2-40B4-BE49-F238E27FC236}">
                    <a16:creationId id="{2BB03CFA-BFF8-BD5C-97C9-916A6207A93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690859" y="2250617"/>
                <a:ext cx="3540174" cy="1304811"/>
              </a:xfrm>
              <a:prstGeom prst="rect">
                <a:avLst/>
              </a:prstGeom>
            </p:spPr>
            <p:txBody>
              <a:bodyPr anchor="ctr" anchorCtr="false" bIns="45720" lIns="91440" rIns="91440" rtlCol="0" tIns="45720" vert="horz" wrap="square">
                <a:normAutofit/>
              </a:bodyPr>
              <a:lstStyle>
                <a:lvl1pPr algn="l" defTabSz="914400" eaLnBrk="1" hangingPunct="1" indent="-228600" latinLnBrk="0" marL="228600" rtl="0">
                  <a:lnSpc>
                    <a:spcPct val="120000"/>
                  </a:lnSpc>
                  <a:spcBef>
                    <a:spcPts val="10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indent="-228600" latinLnBrk="0" marL="6858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6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indent="-228600" latinLnBrk="0" marL="11430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indent="-228600" latinLnBrk="0" marL="16002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indent="-228600" latinLnBrk="0" marL="20574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indent="-228600" latinLnBrk="0" marL="25146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indent="-228600" latinLnBrk="0" marL="29718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indent="-228600" latinLnBrk="0" marL="34290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indent="-228600" latinLnBrk="0" marL="38862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ts val="1000"/>
                  </a:spcBef>
                  <a:buNone/>
                </a:pPr>
                <a:r>
                  <a:rPr b="true" i="false" lang="en-US" sz="2400" u="none">
                    <a:solidFill>
                      <a:srgbClr val="2F2F2F"/>
                    </a:solidFill>
                    <a:ea typeface="思源黑体 CN Heavy"/>
                  </a:rPr>
                  <a:t>书画对个人修养的影响</a:t>
                </a:r>
              </a:p>
            </p:txBody>
          </p:sp>
          <p:sp>
            <p:nvSpPr>
              <p:cNvPr descr="e2fdaaed-b5a0-431a-911b-97684902f9b3" id="34" name="Number1">
                <a:extLst>
                  <a:ext uri="{FF2B5EF4-FFF2-40B4-BE49-F238E27FC236}">
                    <a16:creationId id="{405F4AD0-E41F-A32C-60DA-5C222F37695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720578" y="2250617"/>
                <a:ext cx="879104" cy="1304811"/>
              </a:xfrm>
              <a:prstGeom prst="rect">
                <a:avLst/>
              </a:prstGeom>
            </p:spPr>
            <p:txBody>
              <a:bodyPr anchor="ctr" anchorCtr="false" bIns="45720" lIns="91440" rIns="91440" rtlCol="0" tIns="45720" vert="horz" wrap="none">
                <a:normAutofit/>
              </a:bodyPr>
              <a:lstStyle>
                <a:lvl1pPr algn="l" defTabSz="914400" eaLnBrk="1" hangingPunct="1" indent="-228600" latinLnBrk="0" marL="228600" rtl="0">
                  <a:lnSpc>
                    <a:spcPct val="120000"/>
                  </a:lnSpc>
                  <a:spcBef>
                    <a:spcPts val="10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indent="-228600" latinLnBrk="0" marL="6858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6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indent="-228600" latinLnBrk="0" marL="11430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indent="-228600" latinLnBrk="0" marL="16002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indent="-228600" latinLnBrk="0" marL="20574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indent="-228600" latinLnBrk="0" marL="25146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indent="-228600" latinLnBrk="0" marL="29718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indent="-228600" latinLnBrk="0" marL="34290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indent="-228600" latinLnBrk="0" marL="38862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1000"/>
                  </a:spcBef>
                  <a:buNone/>
                </a:pPr>
                <a:r>
                  <a:rPr b="true" i="false" lang="en-US" sz="2800" u="none">
                    <a:solidFill>
                      <a:srgbClr val="2F2F2F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1c4528e3-3e58-4077-8d3d-f73ab118049a" id="10" name="组合 9">
              <a:extLst>
                <a:ext uri="{FF2B5EF4-FFF2-40B4-BE49-F238E27FC236}">
                  <a16:creationId id="{17C99D5A-7DF9-0DE1-706B-9A1DD1BE4B4C}"/>
                </a:ext>
              </a:extLst>
            </p:cNvPr>
            <p:cNvGrpSpPr/>
            <p:nvPr/>
          </p:nvGrpSpPr>
          <p:grpSpPr>
            <a:xfrm>
              <a:off x="6629400" y="4026364"/>
              <a:ext cx="4706884" cy="1518094"/>
              <a:chOff x="6629400" y="4026364"/>
              <a:chExt cx="4706884" cy="1518094"/>
            </a:xfrm>
          </p:grpSpPr>
          <p:sp>
            <p:nvSpPr>
              <p:cNvPr descr="3fedb0da-9535-4de5-a20f-538de81abf42" id="23" name="Shape2">
                <a:extLst>
                  <a:ext uri="{FF2B5EF4-FFF2-40B4-BE49-F238E27FC236}">
                    <a16:creationId id="{43A31E64-8DD5-C9A8-BEA1-A54AB8DE7875}"/>
                  </a:ext>
                </a:extLst>
              </p:cNvPr>
              <p:cNvSpPr/>
              <p:nvPr/>
            </p:nvSpPr>
            <p:spPr>
              <a:xfrm flipH="false" flipV="false">
                <a:off x="6629400" y="4026364"/>
                <a:ext cx="4706884" cy="1518094"/>
              </a:xfrm>
              <a:prstGeom prst="roundRect">
                <a:avLst>
                  <a:gd fmla="val 0" name="adj"/>
                </a:avLst>
              </a:prstGeom>
              <a:solidFill>
                <a:schemeClr val="bg2"/>
              </a:solidFill>
              <a:ln w="22225"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093ba7c2-a710-494a-9355-da2bf9f66723" id="24" name="Bullet2">
                <a:extLst>
                  <a:ext uri="{FF2B5EF4-FFF2-40B4-BE49-F238E27FC236}">
                    <a16:creationId id="{715CB75D-72ED-92A1-13F1-1DF94B9EF81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690858" y="4154148"/>
                <a:ext cx="3540174" cy="1304811"/>
              </a:xfrm>
              <a:prstGeom prst="rect">
                <a:avLst/>
              </a:prstGeom>
            </p:spPr>
            <p:txBody>
              <a:bodyPr anchor="ctr" anchorCtr="false" bIns="45720" lIns="91440" rIns="91440" rtlCol="0" tIns="45720" vert="horz" wrap="square">
                <a:normAutofit/>
              </a:bodyPr>
              <a:lstStyle>
                <a:lvl1pPr algn="l" defTabSz="914400" eaLnBrk="1" hangingPunct="1" indent="-228600" latinLnBrk="0" marL="228600" rtl="0">
                  <a:lnSpc>
                    <a:spcPct val="120000"/>
                  </a:lnSpc>
                  <a:spcBef>
                    <a:spcPts val="10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indent="-228600" latinLnBrk="0" marL="6858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6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indent="-228600" latinLnBrk="0" marL="11430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indent="-228600" latinLnBrk="0" marL="16002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indent="-228600" latinLnBrk="0" marL="20574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indent="-228600" latinLnBrk="0" marL="25146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indent="-228600" latinLnBrk="0" marL="29718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indent="-228600" latinLnBrk="0" marL="34290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indent="-228600" latinLnBrk="0" marL="38862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ts val="1000"/>
                  </a:spcBef>
                  <a:buNone/>
                </a:pPr>
                <a:r>
                  <a:rPr b="true" i="false" lang="en-US" sz="2400" u="none">
                    <a:solidFill>
                      <a:srgbClr val="2F2F2F"/>
                    </a:solidFill>
                    <a:ea typeface="思源黑体 CN Heavy"/>
                  </a:rPr>
                  <a:t>书画在现代社会中的价值</a:t>
                </a:r>
              </a:p>
            </p:txBody>
          </p:sp>
          <p:sp>
            <p:nvSpPr>
              <p:cNvPr descr="c7d61078-96bd-47e8-b790-a4de234550e9" id="35" name="Number2">
                <a:extLst>
                  <a:ext uri="{FF2B5EF4-FFF2-40B4-BE49-F238E27FC236}">
                    <a16:creationId id="{E1D78478-C483-7208-BB86-35758F98F2E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720577" y="4154148"/>
                <a:ext cx="879104" cy="1304811"/>
              </a:xfrm>
              <a:prstGeom prst="rect">
                <a:avLst/>
              </a:prstGeom>
            </p:spPr>
            <p:txBody>
              <a:bodyPr anchor="ctr" anchorCtr="false" bIns="45720" lIns="91440" rIns="91440" rtlCol="0" tIns="45720" vert="horz" wrap="none">
                <a:normAutofit/>
              </a:bodyPr>
              <a:lstStyle>
                <a:lvl1pPr algn="l" defTabSz="914400" eaLnBrk="1" hangingPunct="1" indent="-228600" latinLnBrk="0" marL="228600" rtl="0">
                  <a:lnSpc>
                    <a:spcPct val="120000"/>
                  </a:lnSpc>
                  <a:spcBef>
                    <a:spcPts val="10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indent="-228600" latinLnBrk="0" marL="6858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6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indent="-228600" latinLnBrk="0" marL="11430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indent="-228600" latinLnBrk="0" marL="16002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indent="-228600" latinLnBrk="0" marL="2057400" rtl="0">
                  <a:lnSpc>
                    <a:spcPct val="12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indent="-228600" latinLnBrk="0" marL="25146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indent="-228600" latinLnBrk="0" marL="29718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indent="-228600" latinLnBrk="0" marL="34290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indent="-228600" latinLnBrk="0" marL="3886200" rtl="0">
                  <a:lnSpc>
                    <a:spcPct val="90000"/>
                  </a:lnSpc>
                  <a:spcBef>
                    <a:spcPts val="500"/>
                  </a:spcBef>
                  <a:buFont charset="0" panose="020B0604020202020204" pitchFamily="34" typeface="Arial"/>
                  <a:buChar char="•"/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1000"/>
                  </a:spcBef>
                  <a:buNone/>
                </a:pPr>
                <a:r>
                  <a:rPr b="true" i="false" lang="en-US" sz="2800" u="none">
                    <a:solidFill>
                      <a:srgbClr val="2F2F2F"/>
                    </a:solidFill>
                    <a:latin typeface="Arial"/>
                  </a:rPr>
                  <a:t>02</a:t>
                </a:r>
              </a:p>
            </p:txBody>
          </p:sp>
        </p:grpSp>
      </p:grpSp>
      <p:sp>
        <p:nvSpPr>
          <p:cNvPr descr="faf798ce-8309-4946-acf2-00cbb4f41b83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CE7B01"/>
                </a:solidFill>
                <a:ea typeface="思源黑体 CN Heavy"/>
              </a:rPr>
              <a:t>目录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6a034e02-025c-4f5c-ae9f-6270e031e90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CE7B01"/>
                </a:solidFill>
                <a:ea typeface="思源黑体 CN Heavy"/>
              </a:rPr>
              <a:t>书画对个人修养的影响</a:t>
            </a:r>
          </a:p>
        </p:txBody>
      </p:sp>
      <p:sp>
        <p:nvSpPr>
          <p:cNvPr descr="a035060a-a02e-492c-88e1-b00d968c901c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ea typeface="思源黑体 CN Medium"/>
              </a:rPr>
              <a:t>揭示书画如何塑造更完美的自我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0e67a956-deb7-42a7-baa0-94a3d9ca2fb8" id="65" name="117db6e8-b53a-4168-a9e7-e66461cbce3e.source.5.zh-Hans.pptx">
            <a:extLst>
              <a:ext uri="{FF2B5EF4-FFF2-40B4-BE49-F238E27FC236}">
                <a16:creationId id="{B1BB9E21-A5DB-A372-0B38-F8A0DE272D3F}"/>
              </a:ext>
            </a:extLst>
          </p:cNvPr>
          <p:cNvGrpSpPr/>
          <p:nvPr/>
        </p:nvGrpSpPr>
        <p:grpSpPr>
          <a:xfrm>
            <a:off x="0" y="1130300"/>
            <a:ext cx="11520488" cy="4908662"/>
            <a:chOff x="0" y="1130300"/>
            <a:chExt cx="11520488" cy="4908662"/>
          </a:xfrm>
        </p:grpSpPr>
        <p:cxnSp>
          <p:nvCxnSpPr>
            <p:cNvPr descr="116ba92f-8060-49f7-abe6-0345a2ddce43" id="19" name="îṧḻiďe">
              <a:extLst>
                <a:ext uri="{FF2B5EF4-FFF2-40B4-BE49-F238E27FC236}">
                  <a16:creationId id="{60E68445-0BFA-4B92-B571-647188F6F471}"/>
                </a:ext>
              </a:extLst>
            </p:cNvPr>
            <p:cNvCxnSpPr/>
            <p:nvPr/>
          </p:nvCxnSpPr>
          <p:spPr>
            <a:xfrm flipH="false" flipV="false">
              <a:off x="6276975" y="2985820"/>
              <a:ext cx="5243513" cy="0"/>
            </a:xfrm>
            <a:prstGeom prst="line">
              <a:avLst/>
            </a:prstGeom>
            <a:ln>
              <a:solidFill>
                <a:schemeClr val="tx2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061f2bd-64e4-4b2f-b466-99b2dc03e433" id="20" name="îş1íḓé">
              <a:extLst>
                <a:ext uri="{FF2B5EF4-FFF2-40B4-BE49-F238E27FC236}">
                  <a16:creationId id="{6702228C-682E-4B78-A43B-9841FF72049B}"/>
                </a:ext>
              </a:extLst>
            </p:cNvPr>
            <p:cNvCxnSpPr/>
            <p:nvPr/>
          </p:nvCxnSpPr>
          <p:spPr>
            <a:xfrm flipH="false" flipV="false">
              <a:off x="6276975" y="3747176"/>
              <a:ext cx="5243513" cy="0"/>
            </a:xfrm>
            <a:prstGeom prst="line">
              <a:avLst/>
            </a:prstGeom>
            <a:ln>
              <a:solidFill>
                <a:schemeClr val="tx2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6128f2c1-2cf2-48fa-b476-8e8f25c2f3e9" id="21" name="íŝḻïďe">
              <a:extLst>
                <a:ext uri="{FF2B5EF4-FFF2-40B4-BE49-F238E27FC236}">
                  <a16:creationId id="{285D4597-FDEB-41DB-B23B-1B4B34A5061D}"/>
                </a:ext>
              </a:extLst>
            </p:cNvPr>
            <p:cNvCxnSpPr/>
            <p:nvPr/>
          </p:nvCxnSpPr>
          <p:spPr>
            <a:xfrm flipH="false" flipV="false">
              <a:off x="6276975" y="4508532"/>
              <a:ext cx="5243513" cy="0"/>
            </a:xfrm>
            <a:prstGeom prst="line">
              <a:avLst/>
            </a:prstGeom>
            <a:ln>
              <a:solidFill>
                <a:schemeClr val="tx2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4dd6572d-cb40-40be-8724-43e99c37aec5" id="22" name="iṥḻiḑé">
              <a:extLst>
                <a:ext uri="{FF2B5EF4-FFF2-40B4-BE49-F238E27FC236}">
                  <a16:creationId id="{B634D4B9-D1F0-4EA2-B528-2259397630E5}"/>
                </a:ext>
              </a:extLst>
            </p:cNvPr>
            <p:cNvCxnSpPr/>
            <p:nvPr/>
          </p:nvCxnSpPr>
          <p:spPr>
            <a:xfrm flipH="false" flipV="false">
              <a:off x="6276975" y="5269888"/>
              <a:ext cx="5243513" cy="0"/>
            </a:xfrm>
            <a:prstGeom prst="line">
              <a:avLst/>
            </a:prstGeom>
            <a:ln>
              <a:solidFill>
                <a:schemeClr val="tx2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b89cbcb6-d817-474b-94f6-c123afa85422" id="23" name="Title">
              <a:extLst>
                <a:ext uri="{FF2B5EF4-FFF2-40B4-BE49-F238E27FC236}">
                  <a16:creationId id="{AA053639-6FCE-3D8C-9E8B-6E78AA19EA3D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思源黑体 CN Heavy"/>
                </a:rPr>
                <a:t>书画提升身心健康</a:t>
              </a:r>
            </a:p>
          </p:txBody>
        </p:sp>
        <p:grpSp>
          <p:nvGrpSpPr>
            <p:cNvPr descr="18662dd2-15c6-40a5-a61a-18d1b1d2d2e0" id="60" name="组合 59">
              <a:extLst>
                <a:ext uri="{FF2B5EF4-FFF2-40B4-BE49-F238E27FC236}">
                  <a16:creationId id="{157EF93F-D7CE-6731-68E0-644EEA1ABD1C}"/>
                </a:ext>
              </a:extLst>
            </p:cNvPr>
            <p:cNvGrpSpPr/>
            <p:nvPr/>
          </p:nvGrpSpPr>
          <p:grpSpPr>
            <a:xfrm>
              <a:off x="0" y="2222536"/>
              <a:ext cx="11518900" cy="763287"/>
              <a:chOff x="0" y="2222536"/>
              <a:chExt cx="11518900" cy="763287"/>
            </a:xfrm>
          </p:grpSpPr>
          <p:sp>
            <p:nvSpPr>
              <p:cNvPr descr="1c832774-67b6-431a-8ab8-136be81663f7" id="3" name="ïṧľiďè">
                <a:extLst>
                  <a:ext uri="{FF2B5EF4-FFF2-40B4-BE49-F238E27FC236}">
                    <a16:creationId id="{2B35B0F2-CFC9-4E0F-BCB4-C38C2311CEF5}"/>
                  </a:ext>
                </a:extLst>
              </p:cNvPr>
              <p:cNvSpPr/>
              <p:nvPr/>
            </p:nvSpPr>
            <p:spPr bwMode="auto">
              <a:xfrm flipH="false" flipV="false">
                <a:off x="0" y="2222536"/>
                <a:ext cx="6023992" cy="763285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</a:p>
            </p:txBody>
          </p:sp>
          <p:grpSp>
            <p:nvGrpSpPr>
              <p:cNvPr descr="43075d74-6a3c-431d-a088-9b41042a1bd0" id="55" name="组合 54">
                <a:extLst>
                  <a:ext uri="{FF2B5EF4-FFF2-40B4-BE49-F238E27FC236}">
                    <a16:creationId id="{2DECCB72-45DC-1B4A-10C3-E33C4CB2CFB7}"/>
                  </a:ext>
                </a:extLst>
              </p:cNvPr>
              <p:cNvGrpSpPr/>
              <p:nvPr/>
            </p:nvGrpSpPr>
            <p:grpSpPr>
              <a:xfrm>
                <a:off x="1506856" y="2222536"/>
                <a:ext cx="10012044" cy="763287"/>
                <a:chOff x="1506856" y="2222536"/>
                <a:chExt cx="10012044" cy="763287"/>
              </a:xfrm>
            </p:grpSpPr>
            <p:sp>
              <p:nvSpPr>
                <p:cNvPr descr="a1cfd509-e8b2-4f59-954b-260567eefc46" id="12" name="Number1">
                  <a:extLst>
                    <a:ext uri="{FF2B5EF4-FFF2-40B4-BE49-F238E27FC236}">
                      <a16:creationId id="{8A35A21D-7533-4807-BE79-602AE9EA4D3D}"/>
                    </a:ext>
                  </a:extLst>
                </p:cNvPr>
                <p:cNvSpPr/>
                <p:nvPr/>
              </p:nvSpPr>
              <p:spPr bwMode="auto">
                <a:xfrm flipH="false" flipV="false">
                  <a:off x="5642349" y="2222536"/>
                  <a:ext cx="763287" cy="763287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 w="31750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anchor="ctr" anchorCtr="true" bIns="45720" compatLnSpc="1" forceAA="0" lIns="91440" rIns="91440" rot="0" spcFirstLastPara="0" tIns="45720" vert="horz" wrap="square">
                  <a:prstTxWarp prst="textNoShape">
                    <a:avLst/>
                  </a:prstTxWarp>
                  <a:normAutofit fontScale="92500" lnSpcReduction="20000"/>
                </a:bodyPr>
                <a:lstStyle/>
                <a:p>
                  <a:pPr algn="ctr"/>
                  <a:r>
                    <a:rPr b="true" i="false" lang="en-US" sz="240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  <p:grpSp>
              <p:nvGrpSpPr>
                <p:cNvPr descr="64e9b0d9-e713-4fed-b44b-ef21b9eee007" id="50" name="组合 49">
                  <a:extLst>
                    <a:ext uri="{FF2B5EF4-FFF2-40B4-BE49-F238E27FC236}">
                      <a16:creationId id="{AC7370A3-9AFC-7277-0068-5258E46CBD15}"/>
                    </a:ext>
                  </a:extLst>
                </p:cNvPr>
                <p:cNvGrpSpPr/>
                <p:nvPr/>
              </p:nvGrpSpPr>
              <p:grpSpPr>
                <a:xfrm>
                  <a:off x="1506856" y="2305666"/>
                  <a:ext cx="10012044" cy="597024"/>
                  <a:chOff x="1506856" y="2305666"/>
                  <a:chExt cx="10012044" cy="597024"/>
                </a:xfrm>
              </p:grpSpPr>
              <p:sp>
                <p:nvSpPr>
                  <p:cNvPr descr="cc6f6afb-80b6-46da-9730-0073a9d99f53" id="14" name="Text1">
                    <a:extLst>
                      <a:ext uri="{FF2B5EF4-FFF2-40B4-BE49-F238E27FC236}">
                        <a16:creationId id="{CBD3B64E-11E2-40A0-B283-84CC2DC37FC6}"/>
                      </a:ext>
                    </a:extLst>
                  </p:cNvPr>
                  <p:cNvSpPr/>
                  <p:nvPr/>
                </p:nvSpPr>
                <p:spPr bwMode="auto">
                  <a:xfrm flipH="false" flipV="false">
                    <a:off x="6405635" y="2305666"/>
                    <a:ext cx="5113265" cy="59702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round/>
                    <a:headEnd/>
                    <a:tailEnd/>
                  </a:ln>
                </p:spPr>
                <p:txBody>
                  <a:bodyPr anchor="ctr" anchorCtr="false" bIns="45720" compatLnSpc="1" forceAA="0" lIns="91440" rIns="91440" rot="0" spcFirstLastPara="0" tIns="45720" vert="horz" wrap="square">
                    <a:prstTxWarp prst="textNoShape">
                      <a:avLst/>
                    </a:prstTxWarp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2F2F2F"/>
                        </a:solidFill>
                        <a:ea typeface="思源黑体 CN Medium"/>
                      </a:rPr>
                      <a:t>书画练习有助于缓解压力，通过专注笔墨流动，达到内心平静，实现情绪的舒缓。</a:t>
                    </a:r>
                  </a:p>
                </p:txBody>
              </p:sp>
              <p:sp>
                <p:nvSpPr>
                  <p:cNvPr descr="978a6c2e-f665-464f-a979-f34c5295b8ad" id="27" name="Bullet1">
                    <a:extLst>
                      <a:ext uri="{FF2B5EF4-FFF2-40B4-BE49-F238E27FC236}">
                        <a16:creationId id="{ED430D50-D17F-2116-2058-AAD1A900DA3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506856" y="2426269"/>
                    <a:ext cx="4026703" cy="355817"/>
                  </a:xfrm>
                  <a:prstGeom prst="rect">
                    <a:avLst/>
                  </a:prstGeom>
                  <a:noFill/>
                </p:spPr>
                <p:txBody>
                  <a:bodyPr anchor="b" anchorCtr="false" rtlCol="0" wrap="square">
                    <a:normAutofit lnSpcReduction="10000"/>
                  </a:bodyPr>
                  <a:lstStyle/>
                  <a:p>
                    <a:pPr algn="l"/>
                    <a:r>
                      <a:rPr b="true" i="false" lang="en-US" sz="1800" u="none">
                        <a:solidFill>
                          <a:srgbClr val="FFFFFF"/>
                        </a:solidFill>
                        <a:ea typeface="思源黑体 CN Heavy"/>
                      </a:rPr>
                      <a:t>调节心理状态</a:t>
                    </a:r>
                  </a:p>
                </p:txBody>
              </p:sp>
            </p:grpSp>
          </p:grpSp>
        </p:grpSp>
        <p:grpSp>
          <p:nvGrpSpPr>
            <p:cNvPr descr="275a2928-0f38-48de-b0ee-e784d502f2fa" id="61" name="组合 60">
              <a:extLst>
                <a:ext uri="{FF2B5EF4-FFF2-40B4-BE49-F238E27FC236}">
                  <a16:creationId id="{6E3550BD-3166-08B6-0DBE-5578F4652ABA}"/>
                </a:ext>
              </a:extLst>
            </p:cNvPr>
            <p:cNvGrpSpPr/>
            <p:nvPr/>
          </p:nvGrpSpPr>
          <p:grpSpPr>
            <a:xfrm>
              <a:off x="0" y="2986780"/>
              <a:ext cx="11518900" cy="763287"/>
              <a:chOff x="0" y="2985820"/>
              <a:chExt cx="11518900" cy="763287"/>
            </a:xfrm>
          </p:grpSpPr>
          <p:sp>
            <p:nvSpPr>
              <p:cNvPr descr="8097d956-310e-4ede-b7b4-2f4480cc6de3" id="4" name="ïśliḓê">
                <a:extLst>
                  <a:ext uri="{FF2B5EF4-FFF2-40B4-BE49-F238E27FC236}">
                    <a16:creationId id="{1657F35E-EE5A-4A44-9979-11B86252F6B0}"/>
                  </a:ext>
                </a:extLst>
              </p:cNvPr>
              <p:cNvSpPr/>
              <p:nvPr/>
            </p:nvSpPr>
            <p:spPr bwMode="auto">
              <a:xfrm flipH="false" flipV="false">
                <a:off x="0" y="2985821"/>
                <a:ext cx="6023992" cy="763285"/>
              </a:xfrm>
              <a:prstGeom prst="rect">
                <a:avLst/>
              </a:prstGeom>
              <a:solidFill>
                <a:schemeClr val="accent2">
                  <a:lumMod val="100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</a:p>
            </p:txBody>
          </p:sp>
          <p:grpSp>
            <p:nvGrpSpPr>
              <p:cNvPr descr="678fe06c-08f5-4c04-a7fe-292bce32607a" id="56" name="组合 55">
                <a:extLst>
                  <a:ext uri="{FF2B5EF4-FFF2-40B4-BE49-F238E27FC236}">
                    <a16:creationId id="{59A0DD0E-AEF9-201F-ECF9-A1C1F9E34450}"/>
                  </a:ext>
                </a:extLst>
              </p:cNvPr>
              <p:cNvGrpSpPr/>
              <p:nvPr/>
            </p:nvGrpSpPr>
            <p:grpSpPr>
              <a:xfrm>
                <a:off x="1506856" y="2985820"/>
                <a:ext cx="10012044" cy="763287"/>
                <a:chOff x="1506856" y="2985820"/>
                <a:chExt cx="10012044" cy="763287"/>
              </a:xfrm>
            </p:grpSpPr>
            <p:sp>
              <p:nvSpPr>
                <p:cNvPr descr="78535cb1-bc06-48a8-8313-a09b785e2710" id="11" name="Number2">
                  <a:extLst>
                    <a:ext uri="{FF2B5EF4-FFF2-40B4-BE49-F238E27FC236}">
                      <a16:creationId id="{6549EE55-6794-4586-A156-BB91BDB07358}"/>
                    </a:ext>
                  </a:extLst>
                </p:cNvPr>
                <p:cNvSpPr/>
                <p:nvPr/>
              </p:nvSpPr>
              <p:spPr bwMode="auto">
                <a:xfrm flipH="false" flipV="false">
                  <a:off x="5642349" y="2985820"/>
                  <a:ext cx="763287" cy="763287"/>
                </a:xfrm>
                <a:prstGeom prst="diamond">
                  <a:avLst/>
                </a:prstGeom>
                <a:solidFill>
                  <a:schemeClr val="accent2">
                    <a:lumMod val="75000"/>
                  </a:schemeClr>
                </a:solidFill>
                <a:ln w="31750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anchor="ctr" anchorCtr="true" bIns="45720" compatLnSpc="1" forceAA="0" lIns="91440" rIns="91440" rot="0" spcFirstLastPara="0" tIns="45720" vert="horz" wrap="square">
                  <a:prstTxWarp prst="textNoShape">
                    <a:avLst/>
                  </a:prstTxWarp>
                  <a:normAutofit fontScale="92500" lnSpcReduction="20000"/>
                </a:bodyPr>
                <a:lstStyle/>
                <a:p>
                  <a:pPr algn="ctr"/>
                  <a:r>
                    <a:rPr b="true" i="false" lang="en-US" sz="240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  <p:grpSp>
              <p:nvGrpSpPr>
                <p:cNvPr descr="fa68ced8-e09d-4e5f-86e1-15b3c260f2f4" id="51" name="组合 50">
                  <a:extLst>
                    <a:ext uri="{FF2B5EF4-FFF2-40B4-BE49-F238E27FC236}">
                      <a16:creationId id="{F2606751-ACE5-165E-C855-92882972C5F8}"/>
                    </a:ext>
                  </a:extLst>
                </p:cNvPr>
                <p:cNvGrpSpPr/>
                <p:nvPr/>
              </p:nvGrpSpPr>
              <p:grpSpPr>
                <a:xfrm>
                  <a:off x="1506856" y="3068947"/>
                  <a:ext cx="10012044" cy="597024"/>
                  <a:chOff x="1506856" y="3068947"/>
                  <a:chExt cx="10012044" cy="597024"/>
                </a:xfrm>
              </p:grpSpPr>
              <p:sp>
                <p:nvSpPr>
                  <p:cNvPr descr="b0040908-77bb-470d-88ff-dfa4df210c78" id="15" name="Text2">
                    <a:extLst>
                      <a:ext uri="{FF2B5EF4-FFF2-40B4-BE49-F238E27FC236}">
                        <a16:creationId id="{B420559A-BE41-4B66-871F-A0503640E823}"/>
                      </a:ext>
                    </a:extLst>
                  </p:cNvPr>
                  <p:cNvSpPr/>
                  <p:nvPr/>
                </p:nvSpPr>
                <p:spPr bwMode="auto">
                  <a:xfrm flipH="false" flipV="false">
                    <a:off x="6405635" y="3068947"/>
                    <a:ext cx="5113265" cy="59702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round/>
                    <a:headEnd/>
                    <a:tailEnd/>
                  </a:ln>
                </p:spPr>
                <p:txBody>
                  <a:bodyPr anchor="ctr" anchorCtr="false" bIns="45720" compatLnSpc="1" forceAA="0" lIns="91440" rIns="91440" rot="0" spcFirstLastPara="0" tIns="45720" vert="horz" wrap="square">
                    <a:prstTxWarp prst="textNoShape">
                      <a:avLst/>
                    </a:prstTxWarp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2F2F2F"/>
                        </a:solidFill>
                        <a:ea typeface="思源黑体 CN Medium"/>
                      </a:rPr>
                      <a:t>在书画创作中需要持续的注意力，这有效锻炼了思维集中度，提升工作和学习效率。</a:t>
                    </a:r>
                  </a:p>
                </p:txBody>
              </p:sp>
              <p:sp>
                <p:nvSpPr>
                  <p:cNvPr descr="384e73d1-c8b5-450e-ace5-b42920fccbc1" id="28" name="Bullet2">
                    <a:extLst>
                      <a:ext uri="{FF2B5EF4-FFF2-40B4-BE49-F238E27FC236}">
                        <a16:creationId id="{6CB6BAFD-7079-7514-EC4B-1B9DDB7C21B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506856" y="3189550"/>
                    <a:ext cx="4026703" cy="355817"/>
                  </a:xfrm>
                  <a:prstGeom prst="rect">
                    <a:avLst/>
                  </a:prstGeom>
                  <a:noFill/>
                </p:spPr>
                <p:txBody>
                  <a:bodyPr anchor="b" anchorCtr="false" rtlCol="0" wrap="square">
                    <a:normAutofit lnSpcReduction="10000"/>
                  </a:bodyPr>
                  <a:lstStyle/>
                  <a:p>
                    <a:pPr algn="l"/>
                    <a:r>
                      <a:rPr b="true" i="false" lang="en-US" sz="1800" u="none">
                        <a:solidFill>
                          <a:srgbClr val="FFFFFF"/>
                        </a:solidFill>
                        <a:ea typeface="思源黑体 CN Heavy"/>
                      </a:rPr>
                      <a:t>增强专注力</a:t>
                    </a:r>
                  </a:p>
                </p:txBody>
              </p:sp>
            </p:grpSp>
          </p:grpSp>
        </p:grpSp>
        <p:grpSp>
          <p:nvGrpSpPr>
            <p:cNvPr descr="b18dfe80-97cd-4eda-b6a8-0d4f697c30c3" id="62" name="组合 61">
              <a:extLst>
                <a:ext uri="{FF2B5EF4-FFF2-40B4-BE49-F238E27FC236}">
                  <a16:creationId id="{7D51A714-F58C-B6AD-8FCB-E89ADB8094D9}"/>
                </a:ext>
              </a:extLst>
            </p:cNvPr>
            <p:cNvGrpSpPr/>
            <p:nvPr/>
          </p:nvGrpSpPr>
          <p:grpSpPr>
            <a:xfrm>
              <a:off x="0" y="3749104"/>
              <a:ext cx="11518900" cy="763287"/>
              <a:chOff x="0" y="3749104"/>
              <a:chExt cx="11518900" cy="763287"/>
            </a:xfrm>
          </p:grpSpPr>
          <p:sp>
            <p:nvSpPr>
              <p:cNvPr descr="24e05c19-7119-4b5b-aa03-667dbe989572" id="5" name="îšḷiďê">
                <a:extLst>
                  <a:ext uri="{FF2B5EF4-FFF2-40B4-BE49-F238E27FC236}">
                    <a16:creationId id="{019D4475-EB8F-4F67-B64D-381F2F60778E}"/>
                  </a:ext>
                </a:extLst>
              </p:cNvPr>
              <p:cNvSpPr/>
              <p:nvPr/>
            </p:nvSpPr>
            <p:spPr bwMode="auto">
              <a:xfrm flipH="false" flipV="false">
                <a:off x="0" y="3749106"/>
                <a:ext cx="6023992" cy="763285"/>
              </a:xfrm>
              <a:prstGeom prst="rect">
                <a:avLst/>
              </a:prstGeom>
              <a:solidFill>
                <a:schemeClr val="accent3">
                  <a:lumMod val="100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</a:p>
            </p:txBody>
          </p:sp>
          <p:grpSp>
            <p:nvGrpSpPr>
              <p:cNvPr descr="a15c42c7-0653-44a9-81c5-7d0ac1f2cb30" id="57" name="组合 56">
                <a:extLst>
                  <a:ext uri="{FF2B5EF4-FFF2-40B4-BE49-F238E27FC236}">
                    <a16:creationId id="{6CDF8438-3E99-47A2-9F12-6F7782983748}"/>
                  </a:ext>
                </a:extLst>
              </p:cNvPr>
              <p:cNvGrpSpPr/>
              <p:nvPr/>
            </p:nvGrpSpPr>
            <p:grpSpPr>
              <a:xfrm>
                <a:off x="1506856" y="3749104"/>
                <a:ext cx="10012044" cy="763287"/>
                <a:chOff x="1506856" y="3749104"/>
                <a:chExt cx="10012044" cy="763287"/>
              </a:xfrm>
            </p:grpSpPr>
            <p:sp>
              <p:nvSpPr>
                <p:cNvPr descr="6bb9ca7e-1d7a-49f2-a8d8-3d8f3ea43dba" id="10" name="Number3">
                  <a:extLst>
                    <a:ext uri="{FF2B5EF4-FFF2-40B4-BE49-F238E27FC236}">
                      <a16:creationId id="{2F5FBEE6-6A90-47BA-A767-93543C449A32}"/>
                    </a:ext>
                  </a:extLst>
                </p:cNvPr>
                <p:cNvSpPr/>
                <p:nvPr/>
              </p:nvSpPr>
              <p:spPr bwMode="auto">
                <a:xfrm flipH="false" flipV="false">
                  <a:off x="5642349" y="3749104"/>
                  <a:ext cx="763287" cy="763287"/>
                </a:xfrm>
                <a:prstGeom prst="diamond">
                  <a:avLst/>
                </a:prstGeom>
                <a:solidFill>
                  <a:schemeClr val="accent3">
                    <a:lumMod val="75000"/>
                  </a:schemeClr>
                </a:solidFill>
                <a:ln w="31750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anchor="ctr" anchorCtr="true" bIns="45720" compatLnSpc="1" forceAA="0" lIns="91440" rIns="91440" rot="0" spcFirstLastPara="0" tIns="45720" vert="horz" wrap="square">
                  <a:prstTxWarp prst="textNoShape">
                    <a:avLst/>
                  </a:prstTxWarp>
                  <a:normAutofit fontScale="92500" lnSpcReduction="20000"/>
                </a:bodyPr>
                <a:lstStyle/>
                <a:p>
                  <a:pPr algn="ctr"/>
                  <a:r>
                    <a:rPr b="true" i="false" lang="en-US" sz="240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  <p:grpSp>
              <p:nvGrpSpPr>
                <p:cNvPr descr="8a11427d-4c4c-46c1-ba1c-949d5c6cdef7" id="52" name="组合 51">
                  <a:extLst>
                    <a:ext uri="{FF2B5EF4-FFF2-40B4-BE49-F238E27FC236}">
                      <a16:creationId id="{34E2B920-74CF-35EC-AC4A-888793576F42}"/>
                    </a:ext>
                  </a:extLst>
                </p:cNvPr>
                <p:cNvGrpSpPr/>
                <p:nvPr/>
              </p:nvGrpSpPr>
              <p:grpSpPr>
                <a:xfrm>
                  <a:off x="1506856" y="3832228"/>
                  <a:ext cx="10012044" cy="597024"/>
                  <a:chOff x="1506856" y="3832228"/>
                  <a:chExt cx="10012044" cy="597024"/>
                </a:xfrm>
              </p:grpSpPr>
              <p:sp>
                <p:nvSpPr>
                  <p:cNvPr descr="32a1fd64-f0f3-4509-9fec-6a2f6d10e0d9" id="16" name="Text3">
                    <a:extLst>
                      <a:ext uri="{FF2B5EF4-FFF2-40B4-BE49-F238E27FC236}">
                        <a16:creationId id="{CF02FDB7-566A-4DC9-B935-F381F17D3EE6}"/>
                      </a:ext>
                    </a:extLst>
                  </p:cNvPr>
                  <p:cNvSpPr/>
                  <p:nvPr/>
                </p:nvSpPr>
                <p:spPr bwMode="auto">
                  <a:xfrm flipH="false" flipV="false">
                    <a:off x="6405635" y="3832228"/>
                    <a:ext cx="5113265" cy="59702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round/>
                    <a:headEnd/>
                    <a:tailEnd/>
                  </a:ln>
                </p:spPr>
                <p:txBody>
                  <a:bodyPr anchor="ctr" anchorCtr="false" bIns="45720" compatLnSpc="1" forceAA="0" lIns="91440" rIns="91440" rot="0" spcFirstLastPara="0" tIns="45720" vert="horz" wrap="square">
                    <a:prstTxWarp prst="textNoShape">
                      <a:avLst/>
                    </a:prstTxWarp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2F2F2F"/>
                        </a:solidFill>
                        <a:ea typeface="思源黑体 CN Medium"/>
                      </a:rPr>
                      <a:t>多项研究证实，书画练习可调节呼吸，降低心率，对身体健康有积极影响。</a:t>
                    </a:r>
                  </a:p>
                </p:txBody>
              </p:sp>
              <p:sp>
                <p:nvSpPr>
                  <p:cNvPr descr="26182191-9cae-47e5-9d7e-ba701f06dd74" id="29" name="Bullet3">
                    <a:extLst>
                      <a:ext uri="{FF2B5EF4-FFF2-40B4-BE49-F238E27FC236}">
                        <a16:creationId id="{E1142286-2517-1747-2B4C-A09DF63DAD0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506856" y="3952831"/>
                    <a:ext cx="4026703" cy="355817"/>
                  </a:xfrm>
                  <a:prstGeom prst="rect">
                    <a:avLst/>
                  </a:prstGeom>
                  <a:noFill/>
                </p:spPr>
                <p:txBody>
                  <a:bodyPr anchor="b" anchorCtr="false" rtlCol="0" wrap="square">
                    <a:normAutofit lnSpcReduction="10000"/>
                  </a:bodyPr>
                  <a:lstStyle/>
                  <a:p>
                    <a:pPr algn="l"/>
                    <a:r>
                      <a:rPr b="true" i="false" lang="en-US" sz="1800" u="none">
                        <a:solidFill>
                          <a:srgbClr val="FFFFFF"/>
                        </a:solidFill>
                        <a:ea typeface="思源黑体 CN Heavy"/>
                      </a:rPr>
                      <a:t>促进身心健康</a:t>
                    </a:r>
                  </a:p>
                </p:txBody>
              </p:sp>
            </p:grpSp>
          </p:grpSp>
        </p:grpSp>
        <p:grpSp>
          <p:nvGrpSpPr>
            <p:cNvPr descr="9205978d-ec1f-4139-94b2-95e3d86b9cdf" id="63" name="组合 62">
              <a:extLst>
                <a:ext uri="{FF2B5EF4-FFF2-40B4-BE49-F238E27FC236}">
                  <a16:creationId id="{35ECF4F2-F25D-1F9B-89FA-60EAA38BE125}"/>
                </a:ext>
              </a:extLst>
            </p:cNvPr>
            <p:cNvGrpSpPr/>
            <p:nvPr/>
          </p:nvGrpSpPr>
          <p:grpSpPr>
            <a:xfrm>
              <a:off x="0" y="4512388"/>
              <a:ext cx="11518900" cy="763287"/>
              <a:chOff x="0" y="4512388"/>
              <a:chExt cx="11518900" cy="763287"/>
            </a:xfrm>
          </p:grpSpPr>
          <p:sp>
            <p:nvSpPr>
              <p:cNvPr descr="6fd4b334-e3e2-4632-a682-30f75675ca91" id="6" name="iš1iḓe">
                <a:extLst>
                  <a:ext uri="{FF2B5EF4-FFF2-40B4-BE49-F238E27FC236}">
                    <a16:creationId id="{369B2503-2B66-4077-BD0D-3BE72F83F776}"/>
                  </a:ext>
                </a:extLst>
              </p:cNvPr>
              <p:cNvSpPr/>
              <p:nvPr/>
            </p:nvSpPr>
            <p:spPr bwMode="auto">
              <a:xfrm flipH="false" flipV="false">
                <a:off x="0" y="4512390"/>
                <a:ext cx="6023992" cy="763285"/>
              </a:xfrm>
              <a:prstGeom prst="rect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</a:p>
            </p:txBody>
          </p:sp>
          <p:grpSp>
            <p:nvGrpSpPr>
              <p:cNvPr descr="c9eb0c1e-3248-4af4-a16a-d91b396579ca" id="58" name="组合 57">
                <a:extLst>
                  <a:ext uri="{FF2B5EF4-FFF2-40B4-BE49-F238E27FC236}">
                    <a16:creationId id="{2069122C-031C-00ED-C6B8-024504FE1C13}"/>
                  </a:ext>
                </a:extLst>
              </p:cNvPr>
              <p:cNvGrpSpPr/>
              <p:nvPr/>
            </p:nvGrpSpPr>
            <p:grpSpPr>
              <a:xfrm>
                <a:off x="1506856" y="4512388"/>
                <a:ext cx="10012044" cy="763287"/>
                <a:chOff x="1506856" y="4512388"/>
                <a:chExt cx="10012044" cy="763287"/>
              </a:xfrm>
            </p:grpSpPr>
            <p:sp>
              <p:nvSpPr>
                <p:cNvPr descr="e90ab7df-a89b-445d-b147-12ae08aeb146" id="9" name="Number4">
                  <a:extLst>
                    <a:ext uri="{FF2B5EF4-FFF2-40B4-BE49-F238E27FC236}">
                      <a16:creationId id="{CD70227F-2BCD-4D44-ADCB-4FBE8F74BCDC}"/>
                    </a:ext>
                  </a:extLst>
                </p:cNvPr>
                <p:cNvSpPr/>
                <p:nvPr/>
              </p:nvSpPr>
              <p:spPr bwMode="auto">
                <a:xfrm flipH="false" flipV="false">
                  <a:off x="5642349" y="4512388"/>
                  <a:ext cx="763287" cy="763287"/>
                </a:xfrm>
                <a:prstGeom prst="diamond">
                  <a:avLst/>
                </a:prstGeom>
                <a:solidFill>
                  <a:schemeClr val="accent4">
                    <a:lumMod val="75000"/>
                  </a:schemeClr>
                </a:solidFill>
                <a:ln w="31750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anchor="ctr" anchorCtr="true" bIns="45720" compatLnSpc="1" forceAA="0" lIns="91440" rIns="91440" rot="0" spcFirstLastPara="0" tIns="45720" vert="horz" wrap="square">
                  <a:prstTxWarp prst="textNoShape">
                    <a:avLst/>
                  </a:prstTxWarp>
                  <a:normAutofit fontScale="92500" lnSpcReduction="20000"/>
                </a:bodyPr>
                <a:lstStyle/>
                <a:p>
                  <a:pPr algn="ctr"/>
                  <a:r>
                    <a:rPr b="true" i="false" lang="en-US" sz="2400" u="none">
                      <a:solidFill>
                        <a:srgbClr val="FFFFFF"/>
                      </a:solidFill>
                      <a:latin typeface="Arial"/>
                    </a:rPr>
                    <a:t>4</a:t>
                  </a:r>
                </a:p>
              </p:txBody>
            </p:sp>
            <p:grpSp>
              <p:nvGrpSpPr>
                <p:cNvPr descr="6dceb51e-c710-4195-854f-deb18465e1b3" id="53" name="组合 52">
                  <a:extLst>
                    <a:ext uri="{FF2B5EF4-FFF2-40B4-BE49-F238E27FC236}">
                      <a16:creationId id="{936C7C79-E89F-016D-3AE4-199FE59108FF}"/>
                    </a:ext>
                  </a:extLst>
                </p:cNvPr>
                <p:cNvGrpSpPr/>
                <p:nvPr/>
              </p:nvGrpSpPr>
              <p:grpSpPr>
                <a:xfrm>
                  <a:off x="1506856" y="4595509"/>
                  <a:ext cx="10012044" cy="597024"/>
                  <a:chOff x="1506856" y="4595509"/>
                  <a:chExt cx="10012044" cy="597024"/>
                </a:xfrm>
              </p:grpSpPr>
              <p:sp>
                <p:nvSpPr>
                  <p:cNvPr descr="b7a81d74-bed7-4622-8b51-8920e72db9cc" id="17" name="Text4">
                    <a:extLst>
                      <a:ext uri="{FF2B5EF4-FFF2-40B4-BE49-F238E27FC236}">
                        <a16:creationId id="{F4E85C96-50A7-4407-82ED-B7DFC9568F14}"/>
                      </a:ext>
                    </a:extLst>
                  </p:cNvPr>
                  <p:cNvSpPr/>
                  <p:nvPr/>
                </p:nvSpPr>
                <p:spPr bwMode="auto">
                  <a:xfrm flipH="false" flipV="false">
                    <a:off x="6405635" y="4595509"/>
                    <a:ext cx="5113265" cy="59702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round/>
                    <a:headEnd/>
                    <a:tailEnd/>
                  </a:ln>
                </p:spPr>
                <p:txBody>
                  <a:bodyPr anchor="ctr" anchorCtr="false" bIns="45720" compatLnSpc="1" forceAA="0" lIns="91440" rIns="91440" rot="0" spcFirstLastPara="0" tIns="45720" vert="horz" wrap="square">
                    <a:prstTxWarp prst="textNoShape">
                      <a:avLst/>
                    </a:prstTxWarp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2F2F2F"/>
                        </a:solidFill>
                        <a:ea typeface="思源黑体 CN Medium"/>
                      </a:rPr>
                      <a:t>书画创作需时间和耐心，通过反复练习，潜移默化中培养坚韧不拔的精神。</a:t>
                    </a:r>
                  </a:p>
                </p:txBody>
              </p:sp>
              <p:sp>
                <p:nvSpPr>
                  <p:cNvPr descr="c493dee2-092b-4dac-8f38-c4faee755033" id="30" name="Bullet4">
                    <a:extLst>
                      <a:ext uri="{FF2B5EF4-FFF2-40B4-BE49-F238E27FC236}">
                        <a16:creationId id="{066AFD8E-C210-EFB7-D46D-0E04C62E713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506856" y="4716112"/>
                    <a:ext cx="4026703" cy="355817"/>
                  </a:xfrm>
                  <a:prstGeom prst="rect">
                    <a:avLst/>
                  </a:prstGeom>
                  <a:noFill/>
                </p:spPr>
                <p:txBody>
                  <a:bodyPr anchor="b" anchorCtr="false" rtlCol="0" wrap="square">
                    <a:normAutofit lnSpcReduction="10000"/>
                  </a:bodyPr>
                  <a:lstStyle/>
                  <a:p>
                    <a:pPr algn="l"/>
                    <a:r>
                      <a:rPr b="true" i="false" lang="en-US" sz="1800" u="none">
                        <a:solidFill>
                          <a:srgbClr val="FFFFFF"/>
                        </a:solidFill>
                        <a:ea typeface="思源黑体 CN Heavy"/>
                      </a:rPr>
                      <a:t>培养耐心与毅力</a:t>
                    </a:r>
                  </a:p>
                </p:txBody>
              </p:sp>
            </p:grpSp>
          </p:grpSp>
        </p:grpSp>
        <p:grpSp>
          <p:nvGrpSpPr>
            <p:cNvPr descr="87778b8c-e214-415c-ab44-1f31d94008cf" id="64" name="组合 63">
              <a:extLst>
                <a:ext uri="{FF2B5EF4-FFF2-40B4-BE49-F238E27FC236}">
                  <a16:creationId id="{6801D4F2-DEDE-AF24-3665-C889D0D3641D}"/>
                </a:ext>
              </a:extLst>
            </p:cNvPr>
            <p:cNvGrpSpPr/>
            <p:nvPr/>
          </p:nvGrpSpPr>
          <p:grpSpPr>
            <a:xfrm>
              <a:off x="0" y="5275672"/>
              <a:ext cx="11518900" cy="763288"/>
              <a:chOff x="0" y="5275672"/>
              <a:chExt cx="11518900" cy="763288"/>
            </a:xfrm>
          </p:grpSpPr>
          <p:sp>
            <p:nvSpPr>
              <p:cNvPr descr="e79a36ec-dac5-4468-95fc-41691b140524" id="7" name="íṩḻïḍê">
                <a:extLst>
                  <a:ext uri="{FF2B5EF4-FFF2-40B4-BE49-F238E27FC236}">
                    <a16:creationId id="{CC32C7A1-F805-47D9-B8F3-8A3DD7F2D0D0}"/>
                  </a:ext>
                </a:extLst>
              </p:cNvPr>
              <p:cNvSpPr/>
              <p:nvPr/>
            </p:nvSpPr>
            <p:spPr bwMode="auto">
              <a:xfrm flipH="false" flipV="false">
                <a:off x="0" y="5275675"/>
                <a:ext cx="6023992" cy="763285"/>
              </a:xfrm>
              <a:prstGeom prst="rect">
                <a:avLst/>
              </a:prstGeom>
              <a:solidFill>
                <a:schemeClr val="accent5">
                  <a:lumMod val="100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</a:p>
            </p:txBody>
          </p:sp>
          <p:grpSp>
            <p:nvGrpSpPr>
              <p:cNvPr descr="1c0a222b-2fc5-4a98-831d-062c612265cb" id="59" name="组合 58">
                <a:extLst>
                  <a:ext uri="{FF2B5EF4-FFF2-40B4-BE49-F238E27FC236}">
                    <a16:creationId id="{A6251809-8EE5-F3D7-FB7D-D49CB268A859}"/>
                  </a:ext>
                </a:extLst>
              </p:cNvPr>
              <p:cNvGrpSpPr/>
              <p:nvPr/>
            </p:nvGrpSpPr>
            <p:grpSpPr>
              <a:xfrm>
                <a:off x="1506856" y="5275672"/>
                <a:ext cx="10012044" cy="763287"/>
                <a:chOff x="1506856" y="5275672"/>
                <a:chExt cx="10012044" cy="763287"/>
              </a:xfrm>
            </p:grpSpPr>
            <p:sp>
              <p:nvSpPr>
                <p:cNvPr descr="c2cbb7f8-bb70-4364-979b-b56057600cb7" id="8" name="Number5">
                  <a:extLst>
                    <a:ext uri="{FF2B5EF4-FFF2-40B4-BE49-F238E27FC236}">
                      <a16:creationId id="{7F070EFE-D0A5-40D0-B00A-F66943050D51}"/>
                    </a:ext>
                  </a:extLst>
                </p:cNvPr>
                <p:cNvSpPr/>
                <p:nvPr/>
              </p:nvSpPr>
              <p:spPr bwMode="auto">
                <a:xfrm flipH="false" flipV="false">
                  <a:off x="5642349" y="5275672"/>
                  <a:ext cx="763287" cy="763287"/>
                </a:xfrm>
                <a:prstGeom prst="diamond">
                  <a:avLst/>
                </a:prstGeom>
                <a:solidFill>
                  <a:schemeClr val="accent5">
                    <a:lumMod val="75000"/>
                  </a:schemeClr>
                </a:solidFill>
                <a:ln w="31750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anchor="ctr" anchorCtr="true" bIns="45720" compatLnSpc="1" forceAA="0" lIns="91440" rIns="91440" rot="0" spcFirstLastPara="0" tIns="45720" vert="horz" wrap="square">
                  <a:prstTxWarp prst="textNoShape">
                    <a:avLst/>
                  </a:prstTxWarp>
                  <a:normAutofit fontScale="92500" lnSpcReduction="20000"/>
                </a:bodyPr>
                <a:lstStyle/>
                <a:p>
                  <a:pPr algn="ctr"/>
                  <a:r>
                    <a:rPr b="true" i="false" lang="en-US" sz="2400" u="none">
                      <a:solidFill>
                        <a:srgbClr val="FFFFFF"/>
                      </a:solidFill>
                      <a:latin typeface="Arial"/>
                    </a:rPr>
                    <a:t>5</a:t>
                  </a:r>
                </a:p>
              </p:txBody>
            </p:sp>
            <p:grpSp>
              <p:nvGrpSpPr>
                <p:cNvPr descr="d711d836-7676-4017-a130-88f5c0bb1370" id="54" name="组合 53">
                  <a:extLst>
                    <a:ext uri="{FF2B5EF4-FFF2-40B4-BE49-F238E27FC236}">
                      <a16:creationId id="{533E73F8-245B-D1CD-4463-46CD223AB8EF}"/>
                    </a:ext>
                  </a:extLst>
                </p:cNvPr>
                <p:cNvGrpSpPr/>
                <p:nvPr/>
              </p:nvGrpSpPr>
              <p:grpSpPr>
                <a:xfrm>
                  <a:off x="1506856" y="5358790"/>
                  <a:ext cx="10012044" cy="597024"/>
                  <a:chOff x="1506856" y="5358790"/>
                  <a:chExt cx="10012044" cy="597024"/>
                </a:xfrm>
              </p:grpSpPr>
              <p:sp>
                <p:nvSpPr>
                  <p:cNvPr descr="3b68712c-984b-4158-8e63-43d53aadfc0e" id="18" name="Text5">
                    <a:extLst>
                      <a:ext uri="{FF2B5EF4-FFF2-40B4-BE49-F238E27FC236}">
                        <a16:creationId id="{2CBC4054-430B-4C87-A484-69EA722FCE18}"/>
                      </a:ext>
                    </a:extLst>
                  </p:cNvPr>
                  <p:cNvSpPr/>
                  <p:nvPr/>
                </p:nvSpPr>
                <p:spPr bwMode="auto">
                  <a:xfrm flipH="false" flipV="false">
                    <a:off x="6405635" y="5358790"/>
                    <a:ext cx="5113265" cy="59702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round/>
                    <a:headEnd/>
                    <a:tailEnd/>
                  </a:ln>
                </p:spPr>
                <p:txBody>
                  <a:bodyPr anchor="ctr" anchorCtr="false" bIns="45720" compatLnSpc="1" forceAA="0" lIns="91440" rIns="91440" rot="0" spcFirstLastPara="0" tIns="45720" vert="horz" wrap="square">
                    <a:prstTxWarp prst="textNoShape">
                      <a:avLst/>
                    </a:prstTxWarp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2F2F2F"/>
                        </a:solidFill>
                        <a:ea typeface="思源黑体 CN Medium"/>
                      </a:rPr>
                      <a:t>书画艺术让人接触美的不同表达形式，逐渐提高个人的审美感知和鉴赏能力。</a:t>
                    </a:r>
                  </a:p>
                </p:txBody>
              </p:sp>
              <p:sp>
                <p:nvSpPr>
                  <p:cNvPr descr="50cf7979-2c82-4a27-adb0-a0ff2a44d127" id="31" name="Bullet5">
                    <a:extLst>
                      <a:ext uri="{FF2B5EF4-FFF2-40B4-BE49-F238E27FC236}">
                        <a16:creationId id="{F66122AE-D373-44AF-7CCD-088744C4483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506856" y="5479393"/>
                    <a:ext cx="4026703" cy="355817"/>
                  </a:xfrm>
                  <a:prstGeom prst="rect">
                    <a:avLst/>
                  </a:prstGeom>
                  <a:noFill/>
                </p:spPr>
                <p:txBody>
                  <a:bodyPr anchor="b" anchorCtr="false" rtlCol="0" wrap="square">
                    <a:normAutofit lnSpcReduction="10000"/>
                  </a:bodyPr>
                  <a:lstStyle/>
                  <a:p>
                    <a:pPr algn="l"/>
                    <a:r>
                      <a:rPr b="true" i="false" lang="en-US" sz="1800" u="none">
                        <a:solidFill>
                          <a:srgbClr val="FFFFFF"/>
                        </a:solidFill>
                        <a:ea typeface="思源黑体 CN Heavy"/>
                      </a:rPr>
                      <a:t>提升审美情趣</a:t>
                    </a:r>
                  </a:p>
                </p:txBody>
              </p:sp>
            </p:grpSp>
          </p:grpSp>
        </p:grpSp>
        <p:sp>
          <p:nvSpPr>
            <p:cNvPr descr="e8d5abe8-abd6-4d2f-93f4-499e23d39daa" id="26" name="PictureMisc">
              <a:extLst>
                <a:ext uri="{FF2B5EF4-FFF2-40B4-BE49-F238E27FC236}">
                  <a16:creationId id="{8C41881D-3A2A-E03F-F937-F653FC5111E4}"/>
                </a:ext>
              </a:extLst>
            </p:cNvPr>
            <p:cNvSpPr txBox="1"/>
            <p:nvPr/>
          </p:nvSpPr>
          <p:spPr>
            <a:xfrm flipH="false" flipV="false" rot="5400000">
              <a:off x="-874217" y="3766678"/>
              <a:ext cx="3816426" cy="728142"/>
            </a:xfrm>
            <a:custGeom>
              <a:avLst/>
              <a:gdLst/>
              <a:ahLst/>
              <a:cxnLst/>
              <a:rect b="b" l="l" r="r" t="t"/>
              <a:pathLst>
                <a:path h="728142" w="3816426">
                  <a:moveTo>
                    <a:pt x="869342" y="304513"/>
                  </a:moveTo>
                  <a:cubicBezTo>
                    <a:pt x="837203" y="304513"/>
                    <a:pt x="810178" y="317962"/>
                    <a:pt x="788266" y="344859"/>
                  </a:cubicBezTo>
                  <a:cubicBezTo>
                    <a:pt x="766353" y="371756"/>
                    <a:pt x="755397" y="410501"/>
                    <a:pt x="755397" y="461093"/>
                  </a:cubicBezTo>
                  <a:cubicBezTo>
                    <a:pt x="755397" y="511685"/>
                    <a:pt x="766353" y="550429"/>
                    <a:pt x="788266" y="577326"/>
                  </a:cubicBezTo>
                  <a:cubicBezTo>
                    <a:pt x="810178" y="604224"/>
                    <a:pt x="837203" y="617672"/>
                    <a:pt x="869342" y="617672"/>
                  </a:cubicBezTo>
                  <a:cubicBezTo>
                    <a:pt x="901480" y="617672"/>
                    <a:pt x="928432" y="604224"/>
                    <a:pt x="950199" y="577326"/>
                  </a:cubicBezTo>
                  <a:cubicBezTo>
                    <a:pt x="971965" y="550429"/>
                    <a:pt x="982849" y="511365"/>
                    <a:pt x="982849" y="460132"/>
                  </a:cubicBezTo>
                  <a:cubicBezTo>
                    <a:pt x="982849" y="410180"/>
                    <a:pt x="971965" y="371756"/>
                    <a:pt x="950199" y="344859"/>
                  </a:cubicBezTo>
                  <a:cubicBezTo>
                    <a:pt x="928432" y="317962"/>
                    <a:pt x="901480" y="304513"/>
                    <a:pt x="869342" y="304513"/>
                  </a:cubicBezTo>
                  <a:close/>
                  <a:moveTo>
                    <a:pt x="2263707" y="297789"/>
                  </a:moveTo>
                  <a:cubicBezTo>
                    <a:pt x="2236827" y="297789"/>
                    <a:pt x="2214623" y="308516"/>
                    <a:pt x="2197093" y="329969"/>
                  </a:cubicBezTo>
                  <a:cubicBezTo>
                    <a:pt x="2179563" y="351423"/>
                    <a:pt x="2170944" y="380562"/>
                    <a:pt x="2171236" y="417385"/>
                  </a:cubicBezTo>
                  <a:cubicBezTo>
                    <a:pt x="2232591" y="417385"/>
                    <a:pt x="2293946" y="417385"/>
                    <a:pt x="2355301" y="417385"/>
                  </a:cubicBezTo>
                  <a:cubicBezTo>
                    <a:pt x="2354424" y="378320"/>
                    <a:pt x="2345221" y="348621"/>
                    <a:pt x="2327691" y="328288"/>
                  </a:cubicBezTo>
                  <a:cubicBezTo>
                    <a:pt x="2310161" y="307955"/>
                    <a:pt x="2288833" y="297789"/>
                    <a:pt x="2263707" y="297789"/>
                  </a:cubicBezTo>
                  <a:close/>
                  <a:moveTo>
                    <a:pt x="3594672" y="194524"/>
                  </a:moveTo>
                  <a:cubicBezTo>
                    <a:pt x="3658364" y="194524"/>
                    <a:pt x="3705695" y="205891"/>
                    <a:pt x="3736665" y="228625"/>
                  </a:cubicBezTo>
                  <a:cubicBezTo>
                    <a:pt x="3767634" y="251360"/>
                    <a:pt x="3788962" y="284981"/>
                    <a:pt x="3800649" y="329489"/>
                  </a:cubicBezTo>
                  <a:cubicBezTo>
                    <a:pt x="3761937" y="337334"/>
                    <a:pt x="3723225" y="345179"/>
                    <a:pt x="3684513" y="353024"/>
                  </a:cubicBezTo>
                  <a:cubicBezTo>
                    <a:pt x="3679546" y="333171"/>
                    <a:pt x="3670123" y="317962"/>
                    <a:pt x="3656246" y="307395"/>
                  </a:cubicBezTo>
                  <a:cubicBezTo>
                    <a:pt x="3642368" y="296828"/>
                    <a:pt x="3622573" y="291545"/>
                    <a:pt x="3596863" y="291545"/>
                  </a:cubicBezTo>
                  <a:cubicBezTo>
                    <a:pt x="3564433" y="291545"/>
                    <a:pt x="3541205" y="296508"/>
                    <a:pt x="3527181" y="306435"/>
                  </a:cubicBezTo>
                  <a:cubicBezTo>
                    <a:pt x="3517832" y="313479"/>
                    <a:pt x="3513157" y="322605"/>
                    <a:pt x="3513157" y="333812"/>
                  </a:cubicBezTo>
                  <a:cubicBezTo>
                    <a:pt x="3513157" y="343418"/>
                    <a:pt x="3517247" y="351583"/>
                    <a:pt x="3525428" y="358307"/>
                  </a:cubicBezTo>
                  <a:cubicBezTo>
                    <a:pt x="3536531" y="367273"/>
                    <a:pt x="3574877" y="379921"/>
                    <a:pt x="3640469" y="396251"/>
                  </a:cubicBezTo>
                  <a:cubicBezTo>
                    <a:pt x="3706060" y="412582"/>
                    <a:pt x="3751857" y="432595"/>
                    <a:pt x="3777860" y="456290"/>
                  </a:cubicBezTo>
                  <a:cubicBezTo>
                    <a:pt x="3803571" y="480305"/>
                    <a:pt x="3816426" y="513766"/>
                    <a:pt x="3816426" y="556673"/>
                  </a:cubicBezTo>
                  <a:cubicBezTo>
                    <a:pt x="3816426" y="603423"/>
                    <a:pt x="3798604" y="643609"/>
                    <a:pt x="3762960" y="677230"/>
                  </a:cubicBezTo>
                  <a:cubicBezTo>
                    <a:pt x="3727315" y="710851"/>
                    <a:pt x="3674579" y="727662"/>
                    <a:pt x="3604751" y="727662"/>
                  </a:cubicBezTo>
                  <a:cubicBezTo>
                    <a:pt x="3541351" y="727662"/>
                    <a:pt x="3491172" y="713573"/>
                    <a:pt x="3454213" y="685395"/>
                  </a:cubicBezTo>
                  <a:cubicBezTo>
                    <a:pt x="3417253" y="657217"/>
                    <a:pt x="3393077" y="618953"/>
                    <a:pt x="3381682" y="570602"/>
                  </a:cubicBezTo>
                  <a:cubicBezTo>
                    <a:pt x="3422878" y="563718"/>
                    <a:pt x="3464073" y="556833"/>
                    <a:pt x="3505269" y="549949"/>
                  </a:cubicBezTo>
                  <a:cubicBezTo>
                    <a:pt x="3510528" y="576206"/>
                    <a:pt x="3521192" y="596138"/>
                    <a:pt x="3537261" y="609747"/>
                  </a:cubicBezTo>
                  <a:cubicBezTo>
                    <a:pt x="3553330" y="623356"/>
                    <a:pt x="3575827" y="630160"/>
                    <a:pt x="3604751" y="630160"/>
                  </a:cubicBezTo>
                  <a:cubicBezTo>
                    <a:pt x="3636598" y="630160"/>
                    <a:pt x="3660555" y="623756"/>
                    <a:pt x="3676625" y="610948"/>
                  </a:cubicBezTo>
                  <a:cubicBezTo>
                    <a:pt x="3687435" y="601982"/>
                    <a:pt x="3692840" y="589974"/>
                    <a:pt x="3692840" y="574925"/>
                  </a:cubicBezTo>
                  <a:cubicBezTo>
                    <a:pt x="3692840" y="564678"/>
                    <a:pt x="3689918" y="556193"/>
                    <a:pt x="3684075" y="549469"/>
                  </a:cubicBezTo>
                  <a:cubicBezTo>
                    <a:pt x="3677939" y="543065"/>
                    <a:pt x="3664207" y="537141"/>
                    <a:pt x="3642879" y="531697"/>
                  </a:cubicBezTo>
                  <a:cubicBezTo>
                    <a:pt x="3543543" y="507682"/>
                    <a:pt x="3480581" y="485748"/>
                    <a:pt x="3453993" y="465896"/>
                  </a:cubicBezTo>
                  <a:cubicBezTo>
                    <a:pt x="3417180" y="438358"/>
                    <a:pt x="3398774" y="400094"/>
                    <a:pt x="3398774" y="351103"/>
                  </a:cubicBezTo>
                  <a:cubicBezTo>
                    <a:pt x="3398774" y="306915"/>
                    <a:pt x="3414697" y="269771"/>
                    <a:pt x="3446543" y="239672"/>
                  </a:cubicBezTo>
                  <a:cubicBezTo>
                    <a:pt x="3478390" y="209573"/>
                    <a:pt x="3527766" y="194524"/>
                    <a:pt x="3594672" y="194524"/>
                  </a:cubicBezTo>
                  <a:close/>
                  <a:moveTo>
                    <a:pt x="2831825" y="194524"/>
                  </a:moveTo>
                  <a:cubicBezTo>
                    <a:pt x="2858996" y="194524"/>
                    <a:pt x="2883830" y="199887"/>
                    <a:pt x="2906327" y="210614"/>
                  </a:cubicBezTo>
                  <a:cubicBezTo>
                    <a:pt x="2928824" y="221341"/>
                    <a:pt x="2945843" y="235029"/>
                    <a:pt x="2957383" y="251680"/>
                  </a:cubicBezTo>
                  <a:cubicBezTo>
                    <a:pt x="2968924" y="268330"/>
                    <a:pt x="2976958" y="287222"/>
                    <a:pt x="2981487" y="308356"/>
                  </a:cubicBezTo>
                  <a:cubicBezTo>
                    <a:pt x="2986016" y="329489"/>
                    <a:pt x="2988280" y="359748"/>
                    <a:pt x="2988280" y="399133"/>
                  </a:cubicBezTo>
                  <a:cubicBezTo>
                    <a:pt x="2988280" y="504800"/>
                    <a:pt x="2988280" y="610467"/>
                    <a:pt x="2988280" y="716135"/>
                  </a:cubicBezTo>
                  <a:cubicBezTo>
                    <a:pt x="2947230" y="716135"/>
                    <a:pt x="2906181" y="716135"/>
                    <a:pt x="2865132" y="716135"/>
                  </a:cubicBezTo>
                  <a:cubicBezTo>
                    <a:pt x="2865132" y="629359"/>
                    <a:pt x="2865132" y="542584"/>
                    <a:pt x="2865132" y="455809"/>
                  </a:cubicBezTo>
                  <a:cubicBezTo>
                    <a:pt x="2865132" y="400734"/>
                    <a:pt x="2862502" y="365112"/>
                    <a:pt x="2857243" y="348941"/>
                  </a:cubicBezTo>
                  <a:cubicBezTo>
                    <a:pt x="2851984" y="332771"/>
                    <a:pt x="2843438" y="320203"/>
                    <a:pt x="2831605" y="311238"/>
                  </a:cubicBezTo>
                  <a:cubicBezTo>
                    <a:pt x="2819773" y="302272"/>
                    <a:pt x="2805530" y="297789"/>
                    <a:pt x="2788876" y="297789"/>
                  </a:cubicBezTo>
                  <a:cubicBezTo>
                    <a:pt x="2767548" y="297789"/>
                    <a:pt x="2748411" y="304193"/>
                    <a:pt x="2731465" y="317001"/>
                  </a:cubicBezTo>
                  <a:cubicBezTo>
                    <a:pt x="2714520" y="329809"/>
                    <a:pt x="2702906" y="346780"/>
                    <a:pt x="2696625" y="367914"/>
                  </a:cubicBezTo>
                  <a:cubicBezTo>
                    <a:pt x="2690343" y="389047"/>
                    <a:pt x="2687202" y="428112"/>
                    <a:pt x="2687202" y="485108"/>
                  </a:cubicBezTo>
                  <a:cubicBezTo>
                    <a:pt x="2687202" y="562117"/>
                    <a:pt x="2687202" y="639126"/>
                    <a:pt x="2687202" y="716135"/>
                  </a:cubicBezTo>
                  <a:cubicBezTo>
                    <a:pt x="2646153" y="716135"/>
                    <a:pt x="2605103" y="716135"/>
                    <a:pt x="2564054" y="716135"/>
                  </a:cubicBezTo>
                  <a:cubicBezTo>
                    <a:pt x="2564054" y="546107"/>
                    <a:pt x="2564054" y="376079"/>
                    <a:pt x="2564054" y="206051"/>
                  </a:cubicBezTo>
                  <a:cubicBezTo>
                    <a:pt x="2602182" y="206051"/>
                    <a:pt x="2640310" y="206051"/>
                    <a:pt x="2678437" y="206051"/>
                  </a:cubicBezTo>
                  <a:cubicBezTo>
                    <a:pt x="2678437" y="231027"/>
                    <a:pt x="2678437" y="256003"/>
                    <a:pt x="2678437" y="280978"/>
                  </a:cubicBezTo>
                  <a:cubicBezTo>
                    <a:pt x="2719048" y="223342"/>
                    <a:pt x="2770178" y="194524"/>
                    <a:pt x="2831825" y="194524"/>
                  </a:cubicBezTo>
                  <a:close/>
                  <a:moveTo>
                    <a:pt x="2256257" y="194524"/>
                  </a:moveTo>
                  <a:cubicBezTo>
                    <a:pt x="2325500" y="194524"/>
                    <a:pt x="2380135" y="219579"/>
                    <a:pt x="2420162" y="269691"/>
                  </a:cubicBezTo>
                  <a:cubicBezTo>
                    <a:pt x="2460189" y="319803"/>
                    <a:pt x="2479326" y="396572"/>
                    <a:pt x="2477573" y="499997"/>
                  </a:cubicBezTo>
                  <a:cubicBezTo>
                    <a:pt x="2374730" y="499997"/>
                    <a:pt x="2271887" y="499997"/>
                    <a:pt x="2169045" y="499997"/>
                  </a:cubicBezTo>
                  <a:cubicBezTo>
                    <a:pt x="2169921" y="540023"/>
                    <a:pt x="2179855" y="571163"/>
                    <a:pt x="2198846" y="593417"/>
                  </a:cubicBezTo>
                  <a:cubicBezTo>
                    <a:pt x="2217837" y="615671"/>
                    <a:pt x="2241502" y="626798"/>
                    <a:pt x="2269842" y="626798"/>
                  </a:cubicBezTo>
                  <a:cubicBezTo>
                    <a:pt x="2289125" y="626798"/>
                    <a:pt x="2305340" y="621034"/>
                    <a:pt x="2318488" y="609507"/>
                  </a:cubicBezTo>
                  <a:cubicBezTo>
                    <a:pt x="2331636" y="597980"/>
                    <a:pt x="2341569" y="579408"/>
                    <a:pt x="2348289" y="553792"/>
                  </a:cubicBezTo>
                  <a:cubicBezTo>
                    <a:pt x="2389192" y="561316"/>
                    <a:pt x="2430096" y="568841"/>
                    <a:pt x="2470999" y="576366"/>
                  </a:cubicBezTo>
                  <a:cubicBezTo>
                    <a:pt x="2455222" y="625677"/>
                    <a:pt x="2430315" y="663221"/>
                    <a:pt x="2396277" y="688997"/>
                  </a:cubicBezTo>
                  <a:cubicBezTo>
                    <a:pt x="2362240" y="714774"/>
                    <a:pt x="2319657" y="727662"/>
                    <a:pt x="2268528" y="727662"/>
                  </a:cubicBezTo>
                  <a:cubicBezTo>
                    <a:pt x="2187597" y="727662"/>
                    <a:pt x="2127703" y="698683"/>
                    <a:pt x="2088845" y="640727"/>
                  </a:cubicBezTo>
                  <a:cubicBezTo>
                    <a:pt x="2058168" y="594297"/>
                    <a:pt x="2042829" y="535700"/>
                    <a:pt x="2042829" y="464935"/>
                  </a:cubicBezTo>
                  <a:cubicBezTo>
                    <a:pt x="2042829" y="380401"/>
                    <a:pt x="2062988" y="314199"/>
                    <a:pt x="2103307" y="266329"/>
                  </a:cubicBezTo>
                  <a:cubicBezTo>
                    <a:pt x="2143626" y="218459"/>
                    <a:pt x="2194609" y="194524"/>
                    <a:pt x="2256257" y="194524"/>
                  </a:cubicBezTo>
                  <a:close/>
                  <a:moveTo>
                    <a:pt x="1485521" y="194524"/>
                  </a:moveTo>
                  <a:cubicBezTo>
                    <a:pt x="1512693" y="194524"/>
                    <a:pt x="1537527" y="199887"/>
                    <a:pt x="1560023" y="210614"/>
                  </a:cubicBezTo>
                  <a:cubicBezTo>
                    <a:pt x="1582520" y="221341"/>
                    <a:pt x="1599539" y="235029"/>
                    <a:pt x="1611080" y="251680"/>
                  </a:cubicBezTo>
                  <a:cubicBezTo>
                    <a:pt x="1622620" y="268330"/>
                    <a:pt x="1630655" y="287222"/>
                    <a:pt x="1635183" y="308356"/>
                  </a:cubicBezTo>
                  <a:cubicBezTo>
                    <a:pt x="1639712" y="329489"/>
                    <a:pt x="1641976" y="359748"/>
                    <a:pt x="1641976" y="399133"/>
                  </a:cubicBezTo>
                  <a:cubicBezTo>
                    <a:pt x="1641976" y="504800"/>
                    <a:pt x="1641976" y="610467"/>
                    <a:pt x="1641976" y="716135"/>
                  </a:cubicBezTo>
                  <a:cubicBezTo>
                    <a:pt x="1600927" y="716135"/>
                    <a:pt x="1559878" y="716135"/>
                    <a:pt x="1518828" y="716135"/>
                  </a:cubicBezTo>
                  <a:cubicBezTo>
                    <a:pt x="1518828" y="629359"/>
                    <a:pt x="1518828" y="542584"/>
                    <a:pt x="1518828" y="455809"/>
                  </a:cubicBezTo>
                  <a:cubicBezTo>
                    <a:pt x="1518828" y="400734"/>
                    <a:pt x="1516199" y="365112"/>
                    <a:pt x="1510940" y="348941"/>
                  </a:cubicBezTo>
                  <a:cubicBezTo>
                    <a:pt x="1505681" y="332771"/>
                    <a:pt x="1497135" y="320203"/>
                    <a:pt x="1485302" y="311238"/>
                  </a:cubicBezTo>
                  <a:cubicBezTo>
                    <a:pt x="1473469" y="302272"/>
                    <a:pt x="1459226" y="297789"/>
                    <a:pt x="1442573" y="297789"/>
                  </a:cubicBezTo>
                  <a:cubicBezTo>
                    <a:pt x="1421244" y="297789"/>
                    <a:pt x="1402107" y="304193"/>
                    <a:pt x="1385162" y="317001"/>
                  </a:cubicBezTo>
                  <a:cubicBezTo>
                    <a:pt x="1368216" y="329809"/>
                    <a:pt x="1356603" y="346780"/>
                    <a:pt x="1350321" y="367914"/>
                  </a:cubicBezTo>
                  <a:cubicBezTo>
                    <a:pt x="1344039" y="389047"/>
                    <a:pt x="1340899" y="428112"/>
                    <a:pt x="1340899" y="485108"/>
                  </a:cubicBezTo>
                  <a:cubicBezTo>
                    <a:pt x="1340899" y="562117"/>
                    <a:pt x="1340899" y="639126"/>
                    <a:pt x="1340899" y="716135"/>
                  </a:cubicBezTo>
                  <a:cubicBezTo>
                    <a:pt x="1299849" y="716135"/>
                    <a:pt x="1258800" y="716135"/>
                    <a:pt x="1217750" y="716135"/>
                  </a:cubicBezTo>
                  <a:cubicBezTo>
                    <a:pt x="1217750" y="546107"/>
                    <a:pt x="1217750" y="376079"/>
                    <a:pt x="1217750" y="206051"/>
                  </a:cubicBezTo>
                  <a:cubicBezTo>
                    <a:pt x="1255878" y="206051"/>
                    <a:pt x="1294006" y="206051"/>
                    <a:pt x="1332134" y="206051"/>
                  </a:cubicBezTo>
                  <a:cubicBezTo>
                    <a:pt x="1332134" y="231027"/>
                    <a:pt x="1332134" y="256003"/>
                    <a:pt x="1332134" y="280978"/>
                  </a:cubicBezTo>
                  <a:cubicBezTo>
                    <a:pt x="1372745" y="223342"/>
                    <a:pt x="1423874" y="194524"/>
                    <a:pt x="1485521" y="194524"/>
                  </a:cubicBezTo>
                  <a:close/>
                  <a:moveTo>
                    <a:pt x="868903" y="194524"/>
                  </a:moveTo>
                  <a:cubicBezTo>
                    <a:pt x="939316" y="194524"/>
                    <a:pt x="997019" y="219579"/>
                    <a:pt x="1042012" y="269691"/>
                  </a:cubicBezTo>
                  <a:cubicBezTo>
                    <a:pt x="1087006" y="319803"/>
                    <a:pt x="1109503" y="383123"/>
                    <a:pt x="1109503" y="459652"/>
                  </a:cubicBezTo>
                  <a:cubicBezTo>
                    <a:pt x="1109503" y="536821"/>
                    <a:pt x="1086787" y="600781"/>
                    <a:pt x="1041355" y="651534"/>
                  </a:cubicBezTo>
                  <a:cubicBezTo>
                    <a:pt x="995923" y="702286"/>
                    <a:pt x="938731" y="727662"/>
                    <a:pt x="869780" y="727662"/>
                  </a:cubicBezTo>
                  <a:cubicBezTo>
                    <a:pt x="827124" y="727662"/>
                    <a:pt x="786439" y="717095"/>
                    <a:pt x="747727" y="695962"/>
                  </a:cubicBezTo>
                  <a:cubicBezTo>
                    <a:pt x="709015" y="674828"/>
                    <a:pt x="679580" y="643849"/>
                    <a:pt x="659420" y="603023"/>
                  </a:cubicBezTo>
                  <a:cubicBezTo>
                    <a:pt x="639261" y="562197"/>
                    <a:pt x="629181" y="512485"/>
                    <a:pt x="629181" y="453888"/>
                  </a:cubicBezTo>
                  <a:cubicBezTo>
                    <a:pt x="629181" y="409060"/>
                    <a:pt x="639261" y="365672"/>
                    <a:pt x="659420" y="323726"/>
                  </a:cubicBezTo>
                  <a:cubicBezTo>
                    <a:pt x="679580" y="281779"/>
                    <a:pt x="708139" y="249759"/>
                    <a:pt x="745098" y="227665"/>
                  </a:cubicBezTo>
                  <a:cubicBezTo>
                    <a:pt x="782057" y="205571"/>
                    <a:pt x="823326" y="194524"/>
                    <a:pt x="868903" y="194524"/>
                  </a:cubicBezTo>
                  <a:close/>
                  <a:moveTo>
                    <a:pt x="3255174" y="25937"/>
                  </a:moveTo>
                  <a:cubicBezTo>
                    <a:pt x="3255174" y="85975"/>
                    <a:pt x="3255174" y="146013"/>
                    <a:pt x="3255174" y="206051"/>
                  </a:cubicBezTo>
                  <a:cubicBezTo>
                    <a:pt x="3283222" y="206051"/>
                    <a:pt x="3311270" y="206051"/>
                    <a:pt x="3339318" y="206051"/>
                  </a:cubicBezTo>
                  <a:cubicBezTo>
                    <a:pt x="3339318" y="241914"/>
                    <a:pt x="3339318" y="277776"/>
                    <a:pt x="3339318" y="313639"/>
                  </a:cubicBezTo>
                  <a:cubicBezTo>
                    <a:pt x="3311270" y="313639"/>
                    <a:pt x="3283222" y="313639"/>
                    <a:pt x="3255174" y="313639"/>
                  </a:cubicBezTo>
                  <a:cubicBezTo>
                    <a:pt x="3255174" y="382163"/>
                    <a:pt x="3255174" y="450686"/>
                    <a:pt x="3255174" y="519210"/>
                  </a:cubicBezTo>
                  <a:cubicBezTo>
                    <a:pt x="3255174" y="560836"/>
                    <a:pt x="3255978" y="585091"/>
                    <a:pt x="3257585" y="591976"/>
                  </a:cubicBezTo>
                  <a:cubicBezTo>
                    <a:pt x="3259192" y="598860"/>
                    <a:pt x="3262843" y="604544"/>
                    <a:pt x="3268541" y="609027"/>
                  </a:cubicBezTo>
                  <a:cubicBezTo>
                    <a:pt x="3274238" y="613509"/>
                    <a:pt x="3281177" y="615751"/>
                    <a:pt x="3289357" y="615751"/>
                  </a:cubicBezTo>
                  <a:cubicBezTo>
                    <a:pt x="3300752" y="615751"/>
                    <a:pt x="3317260" y="611428"/>
                    <a:pt x="3338880" y="602783"/>
                  </a:cubicBezTo>
                  <a:cubicBezTo>
                    <a:pt x="3342386" y="637685"/>
                    <a:pt x="3345892" y="672587"/>
                    <a:pt x="3349398" y="707489"/>
                  </a:cubicBezTo>
                  <a:cubicBezTo>
                    <a:pt x="3320765" y="720938"/>
                    <a:pt x="3288335" y="727662"/>
                    <a:pt x="3252106" y="727662"/>
                  </a:cubicBezTo>
                  <a:cubicBezTo>
                    <a:pt x="3229902" y="727662"/>
                    <a:pt x="3209888" y="723579"/>
                    <a:pt x="3192066" y="715414"/>
                  </a:cubicBezTo>
                  <a:cubicBezTo>
                    <a:pt x="3174244" y="707249"/>
                    <a:pt x="3161169" y="696682"/>
                    <a:pt x="3152843" y="683714"/>
                  </a:cubicBezTo>
                  <a:cubicBezTo>
                    <a:pt x="3144516" y="670746"/>
                    <a:pt x="3138746" y="653215"/>
                    <a:pt x="3135532" y="631121"/>
                  </a:cubicBezTo>
                  <a:cubicBezTo>
                    <a:pt x="3132902" y="615431"/>
                    <a:pt x="3131588" y="583731"/>
                    <a:pt x="3131588" y="536020"/>
                  </a:cubicBezTo>
                  <a:cubicBezTo>
                    <a:pt x="3131588" y="461893"/>
                    <a:pt x="3131588" y="387766"/>
                    <a:pt x="3131588" y="313639"/>
                  </a:cubicBezTo>
                  <a:cubicBezTo>
                    <a:pt x="3112743" y="313639"/>
                    <a:pt x="3093898" y="313639"/>
                    <a:pt x="3075053" y="313639"/>
                  </a:cubicBezTo>
                  <a:cubicBezTo>
                    <a:pt x="3075053" y="277776"/>
                    <a:pt x="3075053" y="241914"/>
                    <a:pt x="3075053" y="206051"/>
                  </a:cubicBezTo>
                  <a:cubicBezTo>
                    <a:pt x="3093898" y="206051"/>
                    <a:pt x="3112743" y="206051"/>
                    <a:pt x="3131588" y="206051"/>
                  </a:cubicBezTo>
                  <a:cubicBezTo>
                    <a:pt x="3131588" y="172269"/>
                    <a:pt x="3131588" y="138488"/>
                    <a:pt x="3131588" y="104707"/>
                  </a:cubicBezTo>
                  <a:cubicBezTo>
                    <a:pt x="3172783" y="78450"/>
                    <a:pt x="3213979" y="52193"/>
                    <a:pt x="3255174" y="25937"/>
                  </a:cubicBezTo>
                  <a:close/>
                  <a:moveTo>
                    <a:pt x="1908870" y="25937"/>
                  </a:moveTo>
                  <a:cubicBezTo>
                    <a:pt x="1908870" y="85975"/>
                    <a:pt x="1908870" y="146013"/>
                    <a:pt x="1908870" y="206051"/>
                  </a:cubicBezTo>
                  <a:cubicBezTo>
                    <a:pt x="1936918" y="206051"/>
                    <a:pt x="1964966" y="206051"/>
                    <a:pt x="1993014" y="206051"/>
                  </a:cubicBezTo>
                  <a:cubicBezTo>
                    <a:pt x="1993014" y="241914"/>
                    <a:pt x="1993014" y="277776"/>
                    <a:pt x="1993014" y="313639"/>
                  </a:cubicBezTo>
                  <a:cubicBezTo>
                    <a:pt x="1964966" y="313639"/>
                    <a:pt x="1936918" y="313639"/>
                    <a:pt x="1908870" y="313639"/>
                  </a:cubicBezTo>
                  <a:cubicBezTo>
                    <a:pt x="1908870" y="382163"/>
                    <a:pt x="1908870" y="450686"/>
                    <a:pt x="1908870" y="519210"/>
                  </a:cubicBezTo>
                  <a:cubicBezTo>
                    <a:pt x="1908870" y="560836"/>
                    <a:pt x="1909674" y="585091"/>
                    <a:pt x="1911281" y="591976"/>
                  </a:cubicBezTo>
                  <a:cubicBezTo>
                    <a:pt x="1912888" y="598860"/>
                    <a:pt x="1916540" y="604544"/>
                    <a:pt x="1922237" y="609027"/>
                  </a:cubicBezTo>
                  <a:cubicBezTo>
                    <a:pt x="1927934" y="613509"/>
                    <a:pt x="1934873" y="615751"/>
                    <a:pt x="1943054" y="615751"/>
                  </a:cubicBezTo>
                  <a:cubicBezTo>
                    <a:pt x="1954448" y="615751"/>
                    <a:pt x="1970956" y="611428"/>
                    <a:pt x="1992576" y="602783"/>
                  </a:cubicBezTo>
                  <a:cubicBezTo>
                    <a:pt x="1996082" y="637685"/>
                    <a:pt x="1999588" y="672587"/>
                    <a:pt x="2003094" y="707489"/>
                  </a:cubicBezTo>
                  <a:cubicBezTo>
                    <a:pt x="1974462" y="720938"/>
                    <a:pt x="1942031" y="727662"/>
                    <a:pt x="1905803" y="727662"/>
                  </a:cubicBezTo>
                  <a:cubicBezTo>
                    <a:pt x="1883598" y="727662"/>
                    <a:pt x="1863585" y="723579"/>
                    <a:pt x="1845762" y="715414"/>
                  </a:cubicBezTo>
                  <a:cubicBezTo>
                    <a:pt x="1827940" y="707249"/>
                    <a:pt x="1814866" y="696682"/>
                    <a:pt x="1806539" y="683714"/>
                  </a:cubicBezTo>
                  <a:cubicBezTo>
                    <a:pt x="1798212" y="670746"/>
                    <a:pt x="1792442" y="653215"/>
                    <a:pt x="1789228" y="631121"/>
                  </a:cubicBezTo>
                  <a:cubicBezTo>
                    <a:pt x="1786599" y="615431"/>
                    <a:pt x="1785284" y="583731"/>
                    <a:pt x="1785284" y="536020"/>
                  </a:cubicBezTo>
                  <a:cubicBezTo>
                    <a:pt x="1785284" y="461893"/>
                    <a:pt x="1785284" y="387766"/>
                    <a:pt x="1785284" y="313639"/>
                  </a:cubicBezTo>
                  <a:cubicBezTo>
                    <a:pt x="1766439" y="313639"/>
                    <a:pt x="1747594" y="313639"/>
                    <a:pt x="1728750" y="313639"/>
                  </a:cubicBezTo>
                  <a:cubicBezTo>
                    <a:pt x="1728750" y="277776"/>
                    <a:pt x="1728750" y="241914"/>
                    <a:pt x="1728750" y="206051"/>
                  </a:cubicBezTo>
                  <a:cubicBezTo>
                    <a:pt x="1747594" y="206051"/>
                    <a:pt x="1766439" y="206051"/>
                    <a:pt x="1785284" y="206051"/>
                  </a:cubicBezTo>
                  <a:cubicBezTo>
                    <a:pt x="1785284" y="172269"/>
                    <a:pt x="1785284" y="138488"/>
                    <a:pt x="1785284" y="104707"/>
                  </a:cubicBezTo>
                  <a:cubicBezTo>
                    <a:pt x="1826479" y="78450"/>
                    <a:pt x="1867675" y="52193"/>
                    <a:pt x="1908870" y="25937"/>
                  </a:cubicBezTo>
                  <a:close/>
                  <a:moveTo>
                    <a:pt x="300640" y="0"/>
                  </a:moveTo>
                  <a:cubicBezTo>
                    <a:pt x="379232" y="0"/>
                    <a:pt x="443071" y="25456"/>
                    <a:pt x="492155" y="76369"/>
                  </a:cubicBezTo>
                  <a:cubicBezTo>
                    <a:pt x="521371" y="106468"/>
                    <a:pt x="543284" y="149695"/>
                    <a:pt x="557892" y="206051"/>
                  </a:cubicBezTo>
                  <a:cubicBezTo>
                    <a:pt x="515090" y="217258"/>
                    <a:pt x="472287" y="228465"/>
                    <a:pt x="429485" y="239672"/>
                  </a:cubicBezTo>
                  <a:cubicBezTo>
                    <a:pt x="421889" y="203169"/>
                    <a:pt x="406039" y="174351"/>
                    <a:pt x="381935" y="153217"/>
                  </a:cubicBezTo>
                  <a:cubicBezTo>
                    <a:pt x="357831" y="132084"/>
                    <a:pt x="328541" y="121517"/>
                    <a:pt x="294066" y="121517"/>
                  </a:cubicBezTo>
                  <a:cubicBezTo>
                    <a:pt x="246443" y="121517"/>
                    <a:pt x="207804" y="140249"/>
                    <a:pt x="178149" y="177713"/>
                  </a:cubicBezTo>
                  <a:cubicBezTo>
                    <a:pt x="148494" y="215177"/>
                    <a:pt x="133666" y="275855"/>
                    <a:pt x="133666" y="359748"/>
                  </a:cubicBezTo>
                  <a:cubicBezTo>
                    <a:pt x="133666" y="448765"/>
                    <a:pt x="148275" y="512165"/>
                    <a:pt x="177491" y="549949"/>
                  </a:cubicBezTo>
                  <a:cubicBezTo>
                    <a:pt x="206708" y="587733"/>
                    <a:pt x="244690" y="606625"/>
                    <a:pt x="291436" y="606625"/>
                  </a:cubicBezTo>
                  <a:cubicBezTo>
                    <a:pt x="325912" y="606625"/>
                    <a:pt x="355567" y="594617"/>
                    <a:pt x="380401" y="570602"/>
                  </a:cubicBezTo>
                  <a:cubicBezTo>
                    <a:pt x="405235" y="546587"/>
                    <a:pt x="423057" y="508803"/>
                    <a:pt x="433867" y="457250"/>
                  </a:cubicBezTo>
                  <a:cubicBezTo>
                    <a:pt x="475793" y="471820"/>
                    <a:pt x="517719" y="486389"/>
                    <a:pt x="559645" y="500958"/>
                  </a:cubicBezTo>
                  <a:cubicBezTo>
                    <a:pt x="540362" y="577807"/>
                    <a:pt x="508297" y="634883"/>
                    <a:pt x="463449" y="672187"/>
                  </a:cubicBezTo>
                  <a:cubicBezTo>
                    <a:pt x="418602" y="709490"/>
                    <a:pt x="361702" y="728142"/>
                    <a:pt x="292751" y="728142"/>
                  </a:cubicBezTo>
                  <a:cubicBezTo>
                    <a:pt x="207438" y="728142"/>
                    <a:pt x="137318" y="696202"/>
                    <a:pt x="82391" y="632321"/>
                  </a:cubicBezTo>
                  <a:cubicBezTo>
                    <a:pt x="27464" y="568441"/>
                    <a:pt x="0" y="481105"/>
                    <a:pt x="0" y="370315"/>
                  </a:cubicBezTo>
                  <a:cubicBezTo>
                    <a:pt x="0" y="253121"/>
                    <a:pt x="27610" y="162103"/>
                    <a:pt x="82829" y="97262"/>
                  </a:cubicBezTo>
                  <a:cubicBezTo>
                    <a:pt x="138049" y="32421"/>
                    <a:pt x="210652" y="0"/>
                    <a:pt x="3006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anchor="t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l"/>
            </a:p>
          </p:txBody>
        </p:sp>
      </p:grpSp>
      <p:sp>
        <p:nvSpPr>
          <p:cNvPr descr="faf798ce-8309-4946-acf2-00cbb4f41b83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CE7B01"/>
                </a:solidFill>
                <a:ea typeface="思源黑体 CN Heavy"/>
              </a:rPr>
              <a:t>修身养性的艺术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30d09385-3a6e-4817-ae28-905a34288600" id="74" name="5f45e079-bd23-47c7-93f4-6ea65d562181.source.7.zh-Hans.pptx">
            <a:extLst>
              <a:ext uri="{FF2B5EF4-FFF2-40B4-BE49-F238E27FC236}">
                <a16:creationId id="{B265A613-2887-049C-2596-5395715FB885}"/>
              </a:ext>
            </a:extLst>
          </p:cNvPr>
          <p:cNvGrpSpPr/>
          <p:nvPr/>
        </p:nvGrpSpPr>
        <p:grpSpPr>
          <a:xfrm>
            <a:off x="0" y="1143000"/>
            <a:ext cx="12192000" cy="4489299"/>
            <a:chOff x="0" y="1143000"/>
            <a:chExt cx="12192000" cy="4489299"/>
          </a:xfrm>
        </p:grpSpPr>
        <p:cxnSp>
          <p:nvCxnSpPr>
            <p:cNvPr descr="12bda598-4e0f-4449-a62f-20684b9cd173" id="3" name="直接连接符 2">
              <a:extLst>
                <a:ext uri="{FF2B5EF4-FFF2-40B4-BE49-F238E27FC236}">
                  <a16:creationId id="{415AB777-F907-6E8C-CB1C-04AE216670AE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0" y="2653994"/>
              <a:ext cx="12192000" cy="0"/>
            </a:xfrm>
            <a:prstGeom prst="line">
              <a:avLst/>
            </a:prstGeom>
            <a:ln w="127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3754c8a3-a208-42b1-9d87-23aa70f10d81" id="5" name="Title">
              <a:extLst>
                <a:ext uri="{FF2B5EF4-FFF2-40B4-BE49-F238E27FC236}">
                  <a16:creationId id="{C40BAD94-0BAF-637E-F156-C404543A8F4F}"/>
                </a:ext>
              </a:extLst>
            </p:cNvPr>
            <p:cNvSpPr txBox="1"/>
            <p:nvPr/>
          </p:nvSpPr>
          <p:spPr>
            <a:xfrm flipH="false" flipV="false">
              <a:off x="671768" y="1143000"/>
              <a:ext cx="10847130" cy="685786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思源黑体 CN Heavy"/>
                </a:rPr>
                <a:t>书画在文化传承中的作用</a:t>
              </a:r>
            </a:p>
          </p:txBody>
        </p:sp>
        <p:grpSp>
          <p:nvGrpSpPr>
            <p:cNvPr descr="14311b9b-8e8c-44c1-a42c-0c4851532177" id="15" name="组合 14">
              <a:extLst>
                <a:ext uri="{FF2B5EF4-FFF2-40B4-BE49-F238E27FC236}">
                  <a16:creationId id="{21DA6B26-6DA9-1BBF-C410-2D0010AB4A5D}"/>
                </a:ext>
              </a:extLst>
            </p:cNvPr>
            <p:cNvGrpSpPr/>
            <p:nvPr/>
          </p:nvGrpSpPr>
          <p:grpSpPr>
            <a:xfrm>
              <a:off x="660400" y="2302731"/>
              <a:ext cx="1480942" cy="3329568"/>
              <a:chOff x="660400" y="2302731"/>
              <a:chExt cx="1480942" cy="3329568"/>
            </a:xfrm>
          </p:grpSpPr>
          <p:sp>
            <p:nvSpPr>
              <p:cNvPr descr="66abc6f4-6fbe-463b-bb26-e589b4b012cd" id="6" name="Number1">
                <a:extLst>
                  <a:ext uri="{FF2B5EF4-FFF2-40B4-BE49-F238E27FC236}">
                    <a16:creationId id="{158996A8-7BD7-F89F-FCCB-3669169566A9}"/>
                  </a:ext>
                </a:extLst>
              </p:cNvPr>
              <p:cNvSpPr/>
              <p:nvPr/>
            </p:nvSpPr>
            <p:spPr>
              <a:xfrm flipH="false" flipV="false">
                <a:off x="1088637" y="2302731"/>
                <a:ext cx="624468" cy="62446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0f47ce70-ecc8-44ff-841a-28c4bbbb97ae" id="13" name="Text1">
                <a:extLst>
                  <a:ext uri="{FF2B5EF4-FFF2-40B4-BE49-F238E27FC236}">
                    <a16:creationId id="{B6010226-5CC9-8D4D-BC2B-F11B8A004076}"/>
                  </a:ext>
                </a:extLst>
              </p:cNvPr>
              <p:cNvSpPr/>
              <p:nvPr/>
            </p:nvSpPr>
            <p:spPr bwMode="auto">
              <a:xfrm flipH="false" flipV="false">
                <a:off x="660400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思源黑体 CN Medium"/>
                  </a:rPr>
                  <a:t>书画记录了中华文明的演变，是几千年历史的重要视觉见证。</a:t>
                </a:r>
              </a:p>
            </p:txBody>
          </p:sp>
          <p:sp>
            <p:nvSpPr>
              <p:cNvPr descr="ef695f04-35e0-49ff-bddf-0b0f73a13e17" id="14" name="Bullet1">
                <a:extLst>
                  <a:ext uri="{FF2B5EF4-FFF2-40B4-BE49-F238E27FC236}">
                    <a16:creationId id="{3916F66D-302F-71F1-AFA7-69F2068D4BB5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660400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2F2F2F"/>
                    </a:solidFill>
                    <a:ea typeface="思源黑体 CN Heavy"/>
                  </a:rPr>
                  <a:t>历史文化的载体</a:t>
                </a:r>
              </a:p>
            </p:txBody>
          </p:sp>
        </p:grpSp>
        <p:grpSp>
          <p:nvGrpSpPr>
            <p:cNvPr descr="5d017eac-6ab3-4264-9486-c9e9ff5a6130" id="16" name="组合 15">
              <a:extLst>
                <a:ext uri="{FF2B5EF4-FFF2-40B4-BE49-F238E27FC236}">
                  <a16:creationId id="{BB18828F-AC57-FA18-BCE4-1D1A880CE35E}"/>
                </a:ext>
              </a:extLst>
            </p:cNvPr>
            <p:cNvGrpSpPr/>
            <p:nvPr/>
          </p:nvGrpSpPr>
          <p:grpSpPr>
            <a:xfrm>
              <a:off x="2223326" y="2302731"/>
              <a:ext cx="1480942" cy="3329568"/>
              <a:chOff x="2314139" y="2302731"/>
              <a:chExt cx="1480942" cy="3329568"/>
            </a:xfrm>
          </p:grpSpPr>
          <p:sp>
            <p:nvSpPr>
              <p:cNvPr descr="4b99c093-51b9-4fa4-a2a8-73084ed266e3" id="7" name="Number2">
                <a:extLst>
                  <a:ext uri="{FF2B5EF4-FFF2-40B4-BE49-F238E27FC236}">
                    <a16:creationId id="{05D27804-7497-10EF-73B1-684DED1153A3}"/>
                  </a:ext>
                </a:extLst>
              </p:cNvPr>
              <p:cNvSpPr/>
              <p:nvPr/>
            </p:nvSpPr>
            <p:spPr>
              <a:xfrm flipH="false" flipV="false">
                <a:off x="2742376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1741953e-67ef-4ed8-a9e8-e1b4249628e6" id="19" name="Text2">
                <a:extLst>
                  <a:ext uri="{FF2B5EF4-FFF2-40B4-BE49-F238E27FC236}">
                    <a16:creationId id="{DA7B4290-D758-A935-2671-46E404744B35}"/>
                  </a:ext>
                </a:extLst>
              </p:cNvPr>
              <p:cNvSpPr/>
              <p:nvPr/>
            </p:nvSpPr>
            <p:spPr bwMode="auto">
              <a:xfrm flipH="false" flipV="false">
                <a:off x="2314139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思源黑体 CN Medium"/>
                  </a:rPr>
                  <a:t>书画鼓励创作者在传统基础上大胆创新，探索个性化的艺术风格。</a:t>
                </a:r>
              </a:p>
            </p:txBody>
          </p:sp>
          <p:sp>
            <p:nvSpPr>
              <p:cNvPr descr="36843d74-f66c-4b41-9a9f-7aaee28052f1" id="20" name="Bullet2">
                <a:extLst>
                  <a:ext uri="{FF2B5EF4-FFF2-40B4-BE49-F238E27FC236}">
                    <a16:creationId id="{97C7EFEE-3702-A308-D542-83A463923389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2314139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2F2F2F"/>
                    </a:solidFill>
                    <a:ea typeface="思源黑体 CN Heavy"/>
                  </a:rPr>
                  <a:t>激发创造力</a:t>
                </a:r>
              </a:p>
            </p:txBody>
          </p:sp>
        </p:grpSp>
        <p:grpSp>
          <p:nvGrpSpPr>
            <p:cNvPr descr="5c177d0b-8ba8-49d0-8a34-59a52f9f34af" id="36" name="组合 35">
              <a:extLst>
                <a:ext uri="{FF2B5EF4-FFF2-40B4-BE49-F238E27FC236}">
                  <a16:creationId id="{91CFEB40-AC67-B0E1-0926-BD7A7455BF98}"/>
                </a:ext>
              </a:extLst>
            </p:cNvPr>
            <p:cNvGrpSpPr/>
            <p:nvPr/>
          </p:nvGrpSpPr>
          <p:grpSpPr>
            <a:xfrm>
              <a:off x="3786252" y="2302731"/>
              <a:ext cx="1480942" cy="3329568"/>
              <a:chOff x="3834371" y="2302731"/>
              <a:chExt cx="1480942" cy="3329568"/>
            </a:xfrm>
          </p:grpSpPr>
          <p:sp>
            <p:nvSpPr>
              <p:cNvPr descr="c333b423-fbfe-4517-83d3-09ff780cc5a6" id="8" name="Number3">
                <a:extLst>
                  <a:ext uri="{FF2B5EF4-FFF2-40B4-BE49-F238E27FC236}">
                    <a16:creationId id="{2EDD3734-F89E-64C6-68B7-970E7AB2934B}"/>
                  </a:ext>
                </a:extLst>
              </p:cNvPr>
              <p:cNvSpPr/>
              <p:nvPr/>
            </p:nvSpPr>
            <p:spPr>
              <a:xfrm flipH="false" flipV="false">
                <a:off x="4262608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15b981a2-e9ae-47d3-86bf-63f140298b63" id="22" name="Text3">
                <a:extLst>
                  <a:ext uri="{FF2B5EF4-FFF2-40B4-BE49-F238E27FC236}">
                    <a16:creationId id="{E402A302-8FED-BD96-F1E8-A9C65E781011}"/>
                  </a:ext>
                </a:extLst>
              </p:cNvPr>
              <p:cNvSpPr/>
              <p:nvPr/>
            </p:nvSpPr>
            <p:spPr bwMode="auto">
              <a:xfrm flipH="false" flipV="false">
                <a:off x="3834371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思源黑体 CN Medium"/>
                  </a:rPr>
                  <a:t>研习书画作品，能够深入了解不同时代的社会背景与文化风貌。</a:t>
                </a:r>
              </a:p>
            </p:txBody>
          </p:sp>
          <p:sp>
            <p:nvSpPr>
              <p:cNvPr descr="a838daa1-d5e4-4d8d-927b-db4ee4e9fec3" id="23" name="Bullet3">
                <a:extLst>
                  <a:ext uri="{FF2B5EF4-FFF2-40B4-BE49-F238E27FC236}">
                    <a16:creationId id="{FA51A36E-1D13-1BB2-E704-E09A0F129791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3834371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2F2F2F"/>
                    </a:solidFill>
                    <a:ea typeface="思源黑体 CN Heavy"/>
                  </a:rPr>
                  <a:t>培养历史认知</a:t>
                </a:r>
              </a:p>
            </p:txBody>
          </p:sp>
        </p:grpSp>
        <p:grpSp>
          <p:nvGrpSpPr>
            <p:cNvPr descr="9157c6b8-b99a-429d-8a11-74fa2b8931a4" id="38" name="组合 37">
              <a:extLst>
                <a:ext uri="{FF2B5EF4-FFF2-40B4-BE49-F238E27FC236}">
                  <a16:creationId id="{13775C07-9083-D8B8-7EEF-430B801F3882}"/>
                </a:ext>
              </a:extLst>
            </p:cNvPr>
            <p:cNvGrpSpPr/>
            <p:nvPr/>
          </p:nvGrpSpPr>
          <p:grpSpPr>
            <a:xfrm>
              <a:off x="5349178" y="2302731"/>
              <a:ext cx="1480942" cy="3329568"/>
              <a:chOff x="5354603" y="2302731"/>
              <a:chExt cx="1480942" cy="3329568"/>
            </a:xfrm>
          </p:grpSpPr>
          <p:sp>
            <p:nvSpPr>
              <p:cNvPr descr="a6ee4b2a-d030-4c15-a775-fb92e75a6762" id="9" name="Number4">
                <a:extLst>
                  <a:ext uri="{FF2B5EF4-FFF2-40B4-BE49-F238E27FC236}">
                    <a16:creationId id="{BFAB82DD-9735-092F-0312-CF3F76F10375}"/>
                  </a:ext>
                </a:extLst>
              </p:cNvPr>
              <p:cNvSpPr/>
              <p:nvPr/>
            </p:nvSpPr>
            <p:spPr>
              <a:xfrm flipH="false" flipV="false">
                <a:off x="5782840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c88fcd52-6d98-4bf0-8421-37a725d5b17a" id="25" name="Text4">
                <a:extLst>
                  <a:ext uri="{FF2B5EF4-FFF2-40B4-BE49-F238E27FC236}">
                    <a16:creationId id="{7D1BC193-E978-A574-CFC8-42F01058FE86}"/>
                  </a:ext>
                </a:extLst>
              </p:cNvPr>
              <p:cNvSpPr/>
              <p:nvPr/>
            </p:nvSpPr>
            <p:spPr bwMode="auto">
              <a:xfrm flipH="false" flipV="false">
                <a:off x="5354603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思源黑体 CN Medium"/>
                  </a:rPr>
                  <a:t>接触经典书画，有助于提高人们对美的感知能力和鉴别水平。</a:t>
                </a:r>
              </a:p>
            </p:txBody>
          </p:sp>
          <p:sp>
            <p:nvSpPr>
              <p:cNvPr descr="7335d3a8-7b99-45a0-b096-22abe17596a8" id="26" name="Bullet4">
                <a:extLst>
                  <a:ext uri="{FF2B5EF4-FFF2-40B4-BE49-F238E27FC236}">
                    <a16:creationId id="{6D7F470C-D955-51E1-EE6A-2EB6E4461F40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5354603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2F2F2F"/>
                    </a:solidFill>
                    <a:ea typeface="思源黑体 CN Heavy"/>
                  </a:rPr>
                  <a:t>提升审美观念</a:t>
                </a:r>
              </a:p>
            </p:txBody>
          </p:sp>
        </p:grpSp>
        <p:grpSp>
          <p:nvGrpSpPr>
            <p:cNvPr descr="1aca38a8-694d-495f-beda-79e758fb96ff" id="39" name="组合 38">
              <a:extLst>
                <a:ext uri="{FF2B5EF4-FFF2-40B4-BE49-F238E27FC236}">
                  <a16:creationId id="{3BBB127D-FDB3-E105-1EF2-4997F2D94EC7}"/>
                </a:ext>
              </a:extLst>
            </p:cNvPr>
            <p:cNvGrpSpPr/>
            <p:nvPr/>
          </p:nvGrpSpPr>
          <p:grpSpPr>
            <a:xfrm>
              <a:off x="6912104" y="2302731"/>
              <a:ext cx="1480942" cy="3329568"/>
              <a:chOff x="6874835" y="2302731"/>
              <a:chExt cx="1480942" cy="3329568"/>
            </a:xfrm>
          </p:grpSpPr>
          <p:sp>
            <p:nvSpPr>
              <p:cNvPr descr="7a86fa0e-efe7-4a03-879d-69ec5f26b710" id="10" name="Number5">
                <a:extLst>
                  <a:ext uri="{FF2B5EF4-FFF2-40B4-BE49-F238E27FC236}">
                    <a16:creationId id="{654944C3-C236-7990-4C11-C6A2A323AD36}"/>
                  </a:ext>
                </a:extLst>
              </p:cNvPr>
              <p:cNvSpPr/>
              <p:nvPr/>
            </p:nvSpPr>
            <p:spPr>
              <a:xfrm flipH="false" flipV="false">
                <a:off x="7303072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descr="369109a9-190f-4318-b47e-e7cd8e681ecd" id="28" name="Text5">
                <a:extLst>
                  <a:ext uri="{FF2B5EF4-FFF2-40B4-BE49-F238E27FC236}">
                    <a16:creationId id="{BB9C57C3-BD60-330A-A1F4-13C00B467C20}"/>
                  </a:ext>
                </a:extLst>
              </p:cNvPr>
              <p:cNvSpPr/>
              <p:nvPr/>
            </p:nvSpPr>
            <p:spPr bwMode="auto">
              <a:xfrm flipH="false" flipV="false">
                <a:off x="6874835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思源黑体 CN Medium"/>
                  </a:rPr>
                  <a:t>书画作为中华文化瑰宝，增强民族自豪感与文化认同感。</a:t>
                </a:r>
              </a:p>
            </p:txBody>
          </p:sp>
          <p:sp>
            <p:nvSpPr>
              <p:cNvPr descr="c94f2c5d-a580-499e-a39b-6d74379d5095" id="29" name="Bullet5">
                <a:extLst>
                  <a:ext uri="{FF2B5EF4-FFF2-40B4-BE49-F238E27FC236}">
                    <a16:creationId id="{424418A1-84FF-A143-ADA4-B3A8BB4B0C3C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6874835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2F2F2F"/>
                    </a:solidFill>
                    <a:ea typeface="思源黑体 CN Heavy"/>
                  </a:rPr>
                  <a:t>增强文化自信</a:t>
                </a:r>
              </a:p>
            </p:txBody>
          </p:sp>
        </p:grpSp>
        <p:grpSp>
          <p:nvGrpSpPr>
            <p:cNvPr descr="b7e1bc91-cd9f-4bfd-aa67-68f1ede3e07f" id="40" name="组合 39">
              <a:extLst>
                <a:ext uri="{FF2B5EF4-FFF2-40B4-BE49-F238E27FC236}">
                  <a16:creationId id="{CEC63934-CAAB-5A6C-5A86-5FA505BB99C4}"/>
                </a:ext>
              </a:extLst>
            </p:cNvPr>
            <p:cNvGrpSpPr/>
            <p:nvPr/>
          </p:nvGrpSpPr>
          <p:grpSpPr>
            <a:xfrm>
              <a:off x="8475030" y="2302731"/>
              <a:ext cx="1480942" cy="3329568"/>
              <a:chOff x="8395067" y="2302731"/>
              <a:chExt cx="1480942" cy="3329568"/>
            </a:xfrm>
          </p:grpSpPr>
          <p:sp>
            <p:nvSpPr>
              <p:cNvPr descr="7d45544e-9534-4fb8-a7ed-fbb84863d15f" id="11" name="Number6">
                <a:extLst>
                  <a:ext uri="{FF2B5EF4-FFF2-40B4-BE49-F238E27FC236}">
                    <a16:creationId id="{3511A153-3B10-A47D-993A-1D3055FDBB9A}"/>
                  </a:ext>
                </a:extLst>
              </p:cNvPr>
              <p:cNvSpPr/>
              <p:nvPr/>
            </p:nvSpPr>
            <p:spPr>
              <a:xfrm flipH="false" flipV="false">
                <a:off x="8823304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6</a:t>
                </a:r>
              </a:p>
            </p:txBody>
          </p:sp>
          <p:sp>
            <p:nvSpPr>
              <p:cNvPr descr="61687e6a-269f-4527-a49b-0cf6d092280b" id="31" name="Text6">
                <a:extLst>
                  <a:ext uri="{FF2B5EF4-FFF2-40B4-BE49-F238E27FC236}">
                    <a16:creationId id="{AC8E92A4-B665-5DA8-6A61-AF389F6CFD92}"/>
                  </a:ext>
                </a:extLst>
              </p:cNvPr>
              <p:cNvSpPr/>
              <p:nvPr/>
            </p:nvSpPr>
            <p:spPr bwMode="auto">
              <a:xfrm flipH="false" flipV="false">
                <a:off x="8395067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思源黑体 CN Medium"/>
                  </a:rPr>
                  <a:t>书画艺术作为国际语言，促进不同文化间的交流与理解。</a:t>
                </a:r>
              </a:p>
            </p:txBody>
          </p:sp>
          <p:sp>
            <p:nvSpPr>
              <p:cNvPr descr="7987936e-b920-4abd-a241-88a0c17841fc" id="32" name="Bullet6">
                <a:extLst>
                  <a:ext uri="{FF2B5EF4-FFF2-40B4-BE49-F238E27FC236}">
                    <a16:creationId id="{34292666-FB4C-04CE-3907-74C157BB9B23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8395067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2F2F2F"/>
                    </a:solidFill>
                    <a:ea typeface="思源黑体 CN Heavy"/>
                  </a:rPr>
                  <a:t>促进国际交流</a:t>
                </a:r>
              </a:p>
            </p:txBody>
          </p:sp>
        </p:grpSp>
        <p:grpSp>
          <p:nvGrpSpPr>
            <p:cNvPr descr="7732d046-807f-467c-bfe7-84148d94c13f" id="41" name="组合 40">
              <a:extLst>
                <a:ext uri="{FF2B5EF4-FFF2-40B4-BE49-F238E27FC236}">
                  <a16:creationId id="{C776C127-8C90-03B6-23FD-11B036C23004}"/>
                </a:ext>
              </a:extLst>
            </p:cNvPr>
            <p:cNvGrpSpPr/>
            <p:nvPr/>
          </p:nvGrpSpPr>
          <p:grpSpPr>
            <a:xfrm>
              <a:off x="10037958" y="2302731"/>
              <a:ext cx="1480942" cy="3329568"/>
              <a:chOff x="10037958" y="2302731"/>
              <a:chExt cx="1480942" cy="3329568"/>
            </a:xfrm>
          </p:grpSpPr>
          <p:sp>
            <p:nvSpPr>
              <p:cNvPr descr="ae12e7a4-b517-4a39-af64-fdbcd15a956a" id="12" name="Number7">
                <a:extLst>
                  <a:ext uri="{FF2B5EF4-FFF2-40B4-BE49-F238E27FC236}">
                    <a16:creationId id="{3252126B-FAC7-9780-3E3E-1C4E17764B42}"/>
                  </a:ext>
                </a:extLst>
              </p:cNvPr>
              <p:cNvSpPr/>
              <p:nvPr/>
            </p:nvSpPr>
            <p:spPr>
              <a:xfrm flipH="false" flipV="false">
                <a:off x="10466195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7</a:t>
                </a:r>
              </a:p>
            </p:txBody>
          </p:sp>
          <p:sp>
            <p:nvSpPr>
              <p:cNvPr descr="30d65da8-800e-473b-a6d7-a9701d8ffc05" id="34" name="Text7">
                <a:extLst>
                  <a:ext uri="{FF2B5EF4-FFF2-40B4-BE49-F238E27FC236}">
                    <a16:creationId id="{EEF14CA6-25C8-B1DE-1580-A2241508C1A0}"/>
                  </a:ext>
                </a:extLst>
              </p:cNvPr>
              <p:cNvSpPr/>
              <p:nvPr/>
            </p:nvSpPr>
            <p:spPr bwMode="auto">
              <a:xfrm flipH="false" flipV="false">
                <a:off x="10037958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思源黑体 CN Medium"/>
                  </a:rPr>
                  <a:t>书画作品中蕴含的哲学思想，有助于陶冶情操，提升个人品德修养。</a:t>
                </a:r>
              </a:p>
            </p:txBody>
          </p:sp>
          <p:sp>
            <p:nvSpPr>
              <p:cNvPr descr="5cebc60e-820c-439e-9566-73154fe4b06e" id="35" name="Bullet7">
                <a:extLst>
                  <a:ext uri="{FF2B5EF4-FFF2-40B4-BE49-F238E27FC236}">
                    <a16:creationId id="{F43F9CF7-A85D-2DCC-51BD-5BC75240176C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10037958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2F2F2F"/>
                    </a:solidFill>
                    <a:ea typeface="思源黑体 CN Heavy"/>
                  </a:rPr>
                  <a:t>丰富道德情操</a:t>
                </a:r>
              </a:p>
            </p:txBody>
          </p:sp>
        </p:grpSp>
      </p:grpSp>
      <p:sp>
        <p:nvSpPr>
          <p:cNvPr descr="faf798ce-8309-4946-acf2-00cbb4f41b83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CE7B01"/>
                </a:solidFill>
                <a:ea typeface="思源黑体 CN Heavy"/>
              </a:rPr>
              <a:t>传承与创新的桥梁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6a034e02-025c-4f5c-ae9f-6270e031e90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CE7B01"/>
                </a:solidFill>
                <a:ea typeface="思源黑体 CN Heavy"/>
              </a:rPr>
              <a:t>书画在现代社会中的价值</a:t>
            </a:r>
          </a:p>
        </p:txBody>
      </p:sp>
      <p:sp>
        <p:nvSpPr>
          <p:cNvPr descr="a035060a-a02e-492c-88e1-b00d968c901c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000000"/>
                </a:solidFill>
                <a:ea typeface="思源黑体 CN Medium"/>
              </a:rPr>
              <a:t>探讨书画在当代生活中的实际应用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bcaf868f-d4f3-495f-8737-05313ae65610" id="24" name="720d478c-9421-4f0f-9cb9-00c560b38fe9.source.4.zh-Hans.pptx">
            <a:extLst>
              <a:ext uri="{FF2B5EF4-FFF2-40B4-BE49-F238E27FC236}">
                <a16:creationId id="{A784F41B-2A01-88F1-134F-177DC6A51FE2}"/>
              </a:ext>
            </a:extLst>
          </p:cNvPr>
          <p:cNvGrpSpPr/>
          <p:nvPr/>
        </p:nvGrpSpPr>
        <p:grpSpPr>
          <a:xfrm>
            <a:off x="660400" y="1130301"/>
            <a:ext cx="10864850" cy="5003799"/>
            <a:chOff x="660400" y="1130301"/>
            <a:chExt cx="10864850" cy="5003799"/>
          </a:xfrm>
        </p:grpSpPr>
        <p:sp>
          <p:nvSpPr>
            <p:cNvPr descr="b281ac56-607d-484f-a021-eb87d117a4bb" id="49" name="Title">
              <a:extLst>
                <a:ext uri="{FF2B5EF4-FFF2-40B4-BE49-F238E27FC236}">
                  <a16:creationId id="{62E43763-3750-0067-B75B-ADC319D34D3B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6750" y="1130301"/>
              <a:ext cx="10858500" cy="546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2F2F2F"/>
                  </a:solidFill>
                  <a:ea typeface="思源黑体 CN Heavy"/>
                </a:rPr>
                <a:t>书画与现代设计的结合</a:t>
              </a:r>
            </a:p>
          </p:txBody>
        </p:sp>
        <p:grpSp>
          <p:nvGrpSpPr>
            <p:cNvPr descr="e827f9cc-f6e7-44e4-b3a9-6b2ae3d19329" id="12" name="组合 11">
              <a:extLst>
                <a:ext uri="{FF2B5EF4-FFF2-40B4-BE49-F238E27FC236}">
                  <a16:creationId id="{9AF73126-9FFE-F662-93BD-B0CA276A8DB6}"/>
                </a:ext>
              </a:extLst>
            </p:cNvPr>
            <p:cNvGrpSpPr/>
            <p:nvPr/>
          </p:nvGrpSpPr>
          <p:grpSpPr>
            <a:xfrm>
              <a:off x="660400" y="1715072"/>
              <a:ext cx="5381905" cy="2175721"/>
              <a:chOff x="1143981" y="1715072"/>
              <a:chExt cx="5381905" cy="2175721"/>
            </a:xfrm>
          </p:grpSpPr>
          <p:grpSp>
            <p:nvGrpSpPr>
              <p:cNvPr descr="15076b71-e016-41e0-a064-0e718ad8f266" id="10" name="组合 9">
                <a:extLst>
                  <a:ext uri="{FF2B5EF4-FFF2-40B4-BE49-F238E27FC236}">
                    <a16:creationId id="{6EBB8B26-2133-0445-33B5-740630191BFB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6b83bb35-3d40-4dea-ba10-369f98739851" id="7" name="ComponentBackground1">
                  <a:extLst>
                    <a:ext uri="{FF2B5EF4-FFF2-40B4-BE49-F238E27FC236}">
                      <a16:creationId id="{F268D195-2263-0573-927C-0B70D973F6B8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201b4eb2-7dfa-4efb-8e06-dec2f2f33648" id="8" name="Text1">
                  <a:extLst>
                    <a:ext uri="{FF2B5EF4-FFF2-40B4-BE49-F238E27FC236}">
                      <a16:creationId id="{C03A9A82-DDA3-FC0E-CFFE-67004C1A654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思源黑体 CN Medium"/>
                    </a:rPr>
                    <a:t>书画艺术的线条与色彩为现代设计提供了丰富的灵感，广泛应用于产品包装、广告设计等领域。</a:t>
                  </a:r>
                </a:p>
              </p:txBody>
            </p:sp>
            <p:sp>
              <p:nvSpPr>
                <p:cNvPr descr="98242a11-1f36-47b1-99fc-3b32ecd7331f" id="9" name="Bullet1">
                  <a:extLst>
                    <a:ext uri="{FF2B5EF4-FFF2-40B4-BE49-F238E27FC236}">
                      <a16:creationId id="{A2EA0832-09FA-5E91-21D1-AA48C6373B39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思源黑体 CN Heavy"/>
                    </a:rPr>
                    <a:t>现代设计灵感源泉</a:t>
                  </a:r>
                </a:p>
              </p:txBody>
            </p:sp>
          </p:grpSp>
          <p:sp>
            <p:nvSpPr>
              <p:cNvPr descr="73eb28ed-ca09-4bee-b7df-a40245065737" id="11" name="Number1">
                <a:extLst>
                  <a:ext uri="{FF2B5EF4-FFF2-40B4-BE49-F238E27FC236}">
                    <a16:creationId id="{E8EDFF1D-9129-EA36-9D01-1408F9E88DAA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39b27bd3-d8e5-4185-8a22-431296e32c46" id="13" name="组合 12">
              <a:extLst>
                <a:ext uri="{FF2B5EF4-FFF2-40B4-BE49-F238E27FC236}">
                  <a16:creationId id="{F9F07FE4-7615-8A32-6554-C563051A75AC}"/>
                </a:ext>
              </a:extLst>
            </p:cNvPr>
            <p:cNvGrpSpPr/>
            <p:nvPr/>
          </p:nvGrpSpPr>
          <p:grpSpPr>
            <a:xfrm>
              <a:off x="660400" y="3958379"/>
              <a:ext cx="5381905" cy="2175721"/>
              <a:chOff x="1143981" y="1715072"/>
              <a:chExt cx="5381905" cy="2175721"/>
            </a:xfrm>
          </p:grpSpPr>
          <p:grpSp>
            <p:nvGrpSpPr>
              <p:cNvPr descr="7a7825d8-3b92-4cf4-9b20-d941a7a02342" id="14" name="组合 13">
                <a:extLst>
                  <a:ext uri="{FF2B5EF4-FFF2-40B4-BE49-F238E27FC236}">
                    <a16:creationId id="{CA3E0EC1-818F-0D85-7059-BE90F8B2B478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c34e1085-e2e6-4ff7-9aac-bf0174922524" id="16" name="ComponentBackground2">
                  <a:extLst>
                    <a:ext uri="{FF2B5EF4-FFF2-40B4-BE49-F238E27FC236}">
                      <a16:creationId id="{B1FAA50F-F273-C97A-3074-52FB62CE859C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00a99a56-e074-46b7-b7a6-fdbd721716d7" id="17" name="Text2">
                  <a:extLst>
                    <a:ext uri="{FF2B5EF4-FFF2-40B4-BE49-F238E27FC236}">
                      <a16:creationId id="{0FE2DD8D-AA96-9383-AB8C-64D79C31E91D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思源黑体 CN Medium"/>
                    </a:rPr>
                    <a:t>书画艺术作为中华文化的瑰宝，通过国际展览和文化交流，增强了中国的文化影响力和国际形象。</a:t>
                  </a:r>
                </a:p>
              </p:txBody>
            </p:sp>
            <p:sp>
              <p:nvSpPr>
                <p:cNvPr descr="c161ab1c-1854-4560-8e5c-49c7f24d5873" id="18" name="Bullet2">
                  <a:extLst>
                    <a:ext uri="{FF2B5EF4-FFF2-40B4-BE49-F238E27FC236}">
                      <a16:creationId id="{B6EDC7BE-AD9A-F751-714C-D6E1F1E8FA7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思源黑体 CN Heavy"/>
                    </a:rPr>
                    <a:t>提升文化软实力</a:t>
                  </a:r>
                </a:p>
              </p:txBody>
            </p:sp>
          </p:grpSp>
          <p:sp>
            <p:nvSpPr>
              <p:cNvPr descr="ec5befbd-b030-48f7-9ed7-d508cf170e59" id="15" name="Number2">
                <a:extLst>
                  <a:ext uri="{FF2B5EF4-FFF2-40B4-BE49-F238E27FC236}">
                    <a16:creationId id="{086F784D-D65C-8303-A277-4678B6BD7777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740b7251-7773-458b-a8ec-b23b8bd34e2f" id="33" name="组合 32">
              <a:extLst>
                <a:ext uri="{FF2B5EF4-FFF2-40B4-BE49-F238E27FC236}">
                  <a16:creationId id="{AD526F1F-2047-8FA0-46D9-3355EC10E069}"/>
                </a:ext>
              </a:extLst>
            </p:cNvPr>
            <p:cNvGrpSpPr/>
            <p:nvPr/>
          </p:nvGrpSpPr>
          <p:grpSpPr>
            <a:xfrm>
              <a:off x="6136995" y="1715072"/>
              <a:ext cx="5381905" cy="2175721"/>
              <a:chOff x="1143981" y="1715072"/>
              <a:chExt cx="5381905" cy="2175721"/>
            </a:xfrm>
          </p:grpSpPr>
          <p:grpSp>
            <p:nvGrpSpPr>
              <p:cNvPr descr="8af775ff-4ab4-4d8b-b200-7394d285a81a" id="34" name="组合 33">
                <a:extLst>
                  <a:ext uri="{FF2B5EF4-FFF2-40B4-BE49-F238E27FC236}">
                    <a16:creationId id="{3F37601F-E80A-380C-35B0-772340383CE4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1b24d2d8-311f-4e53-a71f-fae5481cc3c0" id="36" name="ComponentBackground3">
                  <a:extLst>
                    <a:ext uri="{FF2B5EF4-FFF2-40B4-BE49-F238E27FC236}">
                      <a16:creationId id="{66908969-4647-CCCC-F4ED-AC8E574305C3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e9d1a4da-4320-430a-8d70-63117c67eb79" id="37" name="Text3">
                  <a:extLst>
                    <a:ext uri="{FF2B5EF4-FFF2-40B4-BE49-F238E27FC236}">
                      <a16:creationId id="{92B26B71-9692-C416-33C4-08ADE094EF5D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思源黑体 CN Medium"/>
                    </a:rPr>
                    <a:t>书画与现代艺术形式的结合，如数字艺术和装置艺术，创造出新颖独特的艺术体验，吸引更多观众。</a:t>
                  </a:r>
                </a:p>
              </p:txBody>
            </p:sp>
            <p:sp>
              <p:nvSpPr>
                <p:cNvPr descr="018ed229-df48-4332-8b83-c6188e6485c8" id="38" name="Bullet3">
                  <a:extLst>
                    <a:ext uri="{FF2B5EF4-FFF2-40B4-BE49-F238E27FC236}">
                      <a16:creationId id="{55F06C09-03E3-66FC-2A3C-C735F064743C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思源黑体 CN Heavy"/>
                    </a:rPr>
                    <a:t>跨界艺术合作</a:t>
                  </a:r>
                </a:p>
              </p:txBody>
            </p:sp>
          </p:grpSp>
          <p:sp>
            <p:nvSpPr>
              <p:cNvPr descr="e019effc-f745-470b-b4d0-26a757ebc63c" id="35" name="Number3">
                <a:extLst>
                  <a:ext uri="{FF2B5EF4-FFF2-40B4-BE49-F238E27FC236}">
                    <a16:creationId id="{D2C66691-2210-7A1D-5B90-476F97C2D66E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5182a1bb-a90c-41ab-99d6-aac0669956c7" id="39" name="组合 38">
              <a:extLst>
                <a:ext uri="{FF2B5EF4-FFF2-40B4-BE49-F238E27FC236}">
                  <a16:creationId id="{AB0FB4A7-C7DE-E585-4761-F7D898D3A010}"/>
                </a:ext>
              </a:extLst>
            </p:cNvPr>
            <p:cNvGrpSpPr/>
            <p:nvPr/>
          </p:nvGrpSpPr>
          <p:grpSpPr>
            <a:xfrm>
              <a:off x="6136995" y="3958379"/>
              <a:ext cx="5381905" cy="2175721"/>
              <a:chOff x="1143981" y="1715072"/>
              <a:chExt cx="5381905" cy="2175721"/>
            </a:xfrm>
          </p:grpSpPr>
          <p:grpSp>
            <p:nvGrpSpPr>
              <p:cNvPr descr="1ba279c8-4031-46de-90d3-c6be882cea8d" id="40" name="组合 39">
                <a:extLst>
                  <a:ext uri="{FF2B5EF4-FFF2-40B4-BE49-F238E27FC236}">
                    <a16:creationId id="{F9DDF53B-F8FE-74F2-9F1E-B5A63D58BFD0}"/>
                  </a:ext>
                </a:extLst>
              </p:cNvPr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descr="c76046db-d72d-4da6-b3ef-0e746837fc6d" id="42" name="ComponentBackground4">
                  <a:extLst>
                    <a:ext uri="{FF2B5EF4-FFF2-40B4-BE49-F238E27FC236}">
                      <a16:creationId id="{27EF7237-6D94-24A1-C578-AB12E57FD07D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9" y="1715072"/>
                  <a:ext cx="5162960" cy="217572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060a5c50-9498-42c3-9d49-e634adc88f5a" id="43" name="Text4">
                  <a:extLst>
                    <a:ext uri="{FF2B5EF4-FFF2-40B4-BE49-F238E27FC236}">
                      <a16:creationId id="{C9948F1C-0076-4FFD-30EC-8AA3517F57FB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2F2F2F"/>
                      </a:solidFill>
                      <a:ea typeface="思源黑体 CN Medium"/>
                    </a:rPr>
                    <a:t>书画通过现代媒介和技术进行创新展示，使传统艺术更贴近当代生活，促进文化的传承与发展。</a:t>
                  </a:r>
                </a:p>
              </p:txBody>
            </p:sp>
            <p:sp>
              <p:nvSpPr>
                <p:cNvPr descr="633bae8c-099e-4d0e-9c8f-6b53d837867e" id="44" name="Bullet4">
                  <a:extLst>
                    <a:ext uri="{FF2B5EF4-FFF2-40B4-BE49-F238E27FC236}">
                      <a16:creationId id="{1D37FA88-B60A-4D03-B083-7B5A0894E355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2F2F2F"/>
                      </a:solidFill>
                      <a:ea typeface="思源黑体 CN Heavy"/>
                    </a:rPr>
                    <a:t>传统文化的现代表达</a:t>
                  </a:r>
                </a:p>
              </p:txBody>
            </p:sp>
          </p:grpSp>
          <p:sp>
            <p:nvSpPr>
              <p:cNvPr descr="316b6603-9f82-4190-8c3d-3bad9ff82491" id="41" name="Number4">
                <a:extLst>
                  <a:ext uri="{FF2B5EF4-FFF2-40B4-BE49-F238E27FC236}">
                    <a16:creationId id="{359130C6-7CF9-986F-8218-CEDC7167AFA8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</p:grpSp>
      </p:grpSp>
      <p:sp>
        <p:nvSpPr>
          <p:cNvPr descr="faf798ce-8309-4946-acf2-00cbb4f41b83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CE7B01"/>
                </a:solidFill>
                <a:ea typeface="思源黑体 CN Heavy"/>
              </a:rPr>
              <a:t>融合传统与现代的艺术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6d0e4e04-eb68-49f8-9d67-b6d29b1a1057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7200" u="none">
                <a:solidFill>
                  <a:srgbClr val="CE7B01"/>
                </a:solidFill>
                <a:ea typeface="思源黑体 CN Heavy"/>
              </a:rPr>
              <a:t>谢谢观看</a:t>
            </a:r>
          </a:p>
        </p:txBody>
      </p:sp>
      <p:sp>
        <p:nvSpPr>
          <p:cNvPr descr="600444a8-7b0f-42b7-9bdf-b951536c625d" id="8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200" u="none">
                <a:solidFill>
                  <a:srgbClr val="000000"/>
                </a:solidFill>
                <a:ea typeface="思源黑体 CN Medium"/>
              </a:rPr>
              <a:t>报告人名称</a:t>
            </a:r>
          </a:p>
        </p:txBody>
      </p:sp>
      <p:sp>
        <p:nvSpPr>
          <p:cNvPr descr="f89343ec-5c9b-446c-9988-7e25ff748544" id="9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200" u="none">
                <a:solidFill>
                  <a:srgbClr val="000000"/>
                </a:solidFill>
                <a:latin typeface="思源黑体 CN Medium"/>
              </a:rPr>
              <a:t>20xx.xx.xx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anchor="ctr" rtlCol="false" wrap="none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内容由千问AI生成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creativ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3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heme/theme1.xml><?xml version="1.0" encoding="utf-8"?>
<a:theme xmlns:thm15="http://schemas.microsoft.com/office/thememl/2012/main"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CE7B01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F84D4D"/>
      </a:hlink>
      <a:folHlink>
        <a:srgbClr val="979797"/>
      </a:folHlink>
    </a:clrScheme>
    <a:fontScheme name="iSlide">
      <a:majorFont>
        <a:latin typeface="思源黑体 CN Heavy"/>
        <a:ea typeface="思源黑体 CN Heavy"/>
        <a:cs typeface=""/>
      </a:majorFont>
      <a:minorFont>
        <a:latin typeface="思源黑体 CN Medium"/>
        <a:ea typeface="思源黑体 CN Medium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iSlid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Manager>iSlide</ap:Manager>
  <ap:Template>iSlide Presentation Template</ap:Template>
  <ap:Company>iSlide</ap:Company>
  <ap:TotalTime>151</ap:TotalTime>
  <ap:Words>53</ap:Words>
  <ap:Application>Microsoft Office PowerPoint</ap:Application>
  <ap:PresentationFormat>宽屏</ap:PresentationFormat>
  <ap:Paragraphs>15</ap:Paragraphs>
  <ap:Slides>5</ap:Slides>
  <ap:Notes>0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ap:HeadingPairs>
  <ap:TitlesOfParts>
    <vt:vector baseType="lpstr" size="10">
      <vt:lpstr>思源黑体 CN Heavy</vt:lpstr>
      <vt:lpstr>思源黑体 CN Medium</vt:lpstr>
      <vt:lpstr>Arial</vt:lpstr>
      <vt:lpstr>Impact</vt:lpstr>
      <vt:lpstr>Designed by iSlide</vt:lpstr>
      <vt:lpstr>中国传统文化PPT</vt:lpstr>
      <vt:lpstr>目录</vt:lpstr>
      <vt:lpstr>章节页标题文字</vt:lpstr>
      <vt:lpstr>内页标题文字</vt:lpstr>
      <vt:lpstr>感谢您的观看</vt:lpstr>
    </vt:vector>
  </ap:TitlesOfParts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2025-03-23T16:00:00Z</dcterms:created>
  <dc:creator>iSlide</dc:creator>
  <cp:lastModifiedBy>iSlide</cp:lastModifiedBy>
  <cp:lastPrinted>2025-03-23T16:00:00Z</cp:lastPrinted>
  <dcterms:modified xsi:type="dcterms:W3CDTF">2025-03-23T16:00:00Z</dcterms:modified>
  <cp:revision>1</cp:revision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iSlide.THEME">
    <vt:lpwstr>82fcace4-640c-4ea9-81bd-d1a339df2fde</vt:lpwstr>
  </op:property>
</op:Properties>
</file>